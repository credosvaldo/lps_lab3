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IBM Plex Mono"/>
      <p:regular r:id="rId33"/>
      <p:bold r:id="rId34"/>
      <p:italic r:id="rId35"/>
      <p:boldItalic r:id="rId36"/>
    </p:embeddedFont>
    <p:embeddedFont>
      <p:font typeface="Archiv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IBMPlexMono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IBMPlexMono-italic.fntdata"/><Relationship Id="rId12" Type="http://schemas.openxmlformats.org/officeDocument/2006/relationships/slide" Target="slides/slide8.xml"/><Relationship Id="rId34" Type="http://schemas.openxmlformats.org/officeDocument/2006/relationships/font" Target="fonts/IBMPlexMono-bold.fntdata"/><Relationship Id="rId15" Type="http://schemas.openxmlformats.org/officeDocument/2006/relationships/slide" Target="slides/slide11.xml"/><Relationship Id="rId37" Type="http://schemas.openxmlformats.org/officeDocument/2006/relationships/font" Target="fonts/Archivo-regular.fntdata"/><Relationship Id="rId14" Type="http://schemas.openxmlformats.org/officeDocument/2006/relationships/slide" Target="slides/slide10.xml"/><Relationship Id="rId36" Type="http://schemas.openxmlformats.org/officeDocument/2006/relationships/font" Target="fonts/IBMPlexMono-boldItalic.fntdata"/><Relationship Id="rId17" Type="http://schemas.openxmlformats.org/officeDocument/2006/relationships/slide" Target="slides/slide13.xml"/><Relationship Id="rId39" Type="http://schemas.openxmlformats.org/officeDocument/2006/relationships/font" Target="fonts/Archivo-italic.fntdata"/><Relationship Id="rId16" Type="http://schemas.openxmlformats.org/officeDocument/2006/relationships/slide" Target="slides/slide12.xml"/><Relationship Id="rId38" Type="http://schemas.openxmlformats.org/officeDocument/2006/relationships/font" Target="fonts/Archiv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bb0c2bdb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bb0c2bdb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bb0c2bd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bb0c2bd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bb0c2bdb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bb0c2bdb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bb0c2bdb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bb0c2bdb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bb0c2bdb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bb0c2bdb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bb0c2bdb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bb0c2bdb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bb0c2bdb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bb0c2bdb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bb0c2bdb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abb0c2bdb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bb0c2bdb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abb0c2bdb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bb0c2bd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bb0c2bd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bb0c2bdb9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bb0c2bdb9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bb0c2bdb9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abb0c2bdb9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bb0c2bdb9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abb0c2bdb9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bb0c2bdb9_4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abb0c2bdb9_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bb0c2bdb9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bb0c2bdb9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bb0c2bdb9_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bb0c2bdb9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bb0c2bdb9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abb0c2bdb9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bb0c2bdb9_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bb0c2bdb9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bb0c2bdb9_4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bb0c2bdb9_4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b0c2bdb9_4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bb0c2bdb9_4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bb0c2bdb9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bb0c2bdb9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bb0c2bdb9_4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bb0c2bdb9_4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bb0c2bdb9_4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abb0c2bdb9_4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bb0c2bdb9_4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abb0c2bdb9_4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bb0c2bdb9_4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abb0c2bdb9_4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bb0c2bdb9_4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bb0c2bdb9_4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92a81341b2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92a81341b2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flipH="1" rot="10800000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b="0" l="0" r="0" t="53277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20000" y="1063350"/>
            <a:ext cx="7704000" cy="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8" name="Google Shape;28;p4"/>
          <p:cNvGrpSpPr/>
          <p:nvPr/>
        </p:nvGrpSpPr>
        <p:grpSpPr>
          <a:xfrm>
            <a:off x="117372" y="1337863"/>
            <a:ext cx="8848827" cy="2467774"/>
            <a:chOff x="117372" y="1337863"/>
            <a:chExt cx="8848827" cy="2467774"/>
          </a:xfrm>
        </p:grpSpPr>
        <p:pic>
          <p:nvPicPr>
            <p:cNvPr id="29" name="Google Shape;29;p4"/>
            <p:cNvPicPr preferRelativeResize="0"/>
            <p:nvPr/>
          </p:nvPicPr>
          <p:blipFill rotWithShape="1">
            <a:blip r:embed="rId2">
              <a:alphaModFix/>
            </a:blip>
            <a:srcRect b="23112" l="0" r="0" t="0"/>
            <a:stretch/>
          </p:blipFill>
          <p:spPr>
            <a:xfrm rot="-5400000">
              <a:off x="7499961" y="2339387"/>
              <a:ext cx="2467751" cy="46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885049" y="2340284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5083765" y="2582715"/>
            <a:ext cx="26133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1462395" y="2582715"/>
            <a:ext cx="26133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5083759" y="2247315"/>
            <a:ext cx="2613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1462170" y="2247315"/>
            <a:ext cx="2613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8" name="Google Shape;38;p5"/>
          <p:cNvGrpSpPr/>
          <p:nvPr/>
        </p:nvGrpSpPr>
        <p:grpSpPr>
          <a:xfrm>
            <a:off x="203824" y="197287"/>
            <a:ext cx="8755913" cy="4831913"/>
            <a:chOff x="203824" y="197287"/>
            <a:chExt cx="8755913" cy="4831913"/>
          </a:xfrm>
        </p:grpSpPr>
        <p:pic>
          <p:nvPicPr>
            <p:cNvPr id="39" name="Google Shape;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5400000">
              <a:off x="7284074" y="48482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03824" y="364107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Google Shape;41;p5"/>
          <p:cNvGrpSpPr/>
          <p:nvPr/>
        </p:nvGrpSpPr>
        <p:grpSpPr>
          <a:xfrm>
            <a:off x="720000" y="146984"/>
            <a:ext cx="8023949" cy="4844116"/>
            <a:chOff x="720000" y="146984"/>
            <a:chExt cx="8023949" cy="4844116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23436" l="0" r="0" t="0"/>
            <a:stretch/>
          </p:blipFill>
          <p:spPr>
            <a:xfrm>
              <a:off x="720000" y="4457700"/>
              <a:ext cx="3363601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b="0" l="0" r="2657" t="27541"/>
            <a:stretch/>
          </p:blipFill>
          <p:spPr>
            <a:xfrm>
              <a:off x="5245100" y="146984"/>
              <a:ext cx="3498849" cy="53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7" name="Google Shape;47;p6"/>
          <p:cNvGrpSpPr/>
          <p:nvPr/>
        </p:nvGrpSpPr>
        <p:grpSpPr>
          <a:xfrm>
            <a:off x="-539705" y="-195092"/>
            <a:ext cx="9784805" cy="5424242"/>
            <a:chOff x="-539705" y="-195092"/>
            <a:chExt cx="9784805" cy="5424242"/>
          </a:xfrm>
        </p:grpSpPr>
        <p:grpSp>
          <p:nvGrpSpPr>
            <p:cNvPr id="48" name="Google Shape;48;p6"/>
            <p:cNvGrpSpPr/>
            <p:nvPr/>
          </p:nvGrpSpPr>
          <p:grpSpPr>
            <a:xfrm rot="899960">
              <a:off x="-340854" y="-99825"/>
              <a:ext cx="955046" cy="1662400"/>
              <a:chOff x="-191200" y="-67425"/>
              <a:chExt cx="955075" cy="1662450"/>
            </a:xfrm>
          </p:grpSpPr>
          <p:cxnSp>
            <p:nvCxnSpPr>
              <p:cNvPr id="49" name="Google Shape;49;p6"/>
              <p:cNvCxnSpPr/>
              <p:nvPr/>
            </p:nvCxnSpPr>
            <p:spPr>
              <a:xfrm flipH="1">
                <a:off x="331275" y="-67425"/>
                <a:ext cx="432600" cy="68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flipH="1">
                <a:off x="-191200" y="247125"/>
                <a:ext cx="865200" cy="134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oval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3881150" y="3437425"/>
              <a:ext cx="5363950" cy="1438325"/>
            </a:xfrm>
            <a:custGeom>
              <a:rect b="b" l="l" r="r" t="t"/>
              <a:pathLst>
                <a:path extrusionOk="0" h="57533" w="214558">
                  <a:moveTo>
                    <a:pt x="214558" y="0"/>
                  </a:moveTo>
                  <a:lnTo>
                    <a:pt x="192990" y="29881"/>
                  </a:lnTo>
                  <a:lnTo>
                    <a:pt x="192990" y="53696"/>
                  </a:lnTo>
                  <a:lnTo>
                    <a:pt x="172545" y="53696"/>
                  </a:lnTo>
                  <a:lnTo>
                    <a:pt x="170330" y="57533"/>
                  </a:lnTo>
                  <a:lnTo>
                    <a:pt x="143563" y="57533"/>
                  </a:lnTo>
                  <a:lnTo>
                    <a:pt x="140409" y="54379"/>
                  </a:lnTo>
                  <a:lnTo>
                    <a:pt x="99977" y="54379"/>
                  </a:lnTo>
                  <a:lnTo>
                    <a:pt x="0" y="54379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52" name="Google Shape;52;p6"/>
            <p:cNvSpPr/>
            <p:nvPr/>
          </p:nvSpPr>
          <p:spPr>
            <a:xfrm>
              <a:off x="3785650" y="4684225"/>
              <a:ext cx="1984050" cy="544925"/>
            </a:xfrm>
            <a:custGeom>
              <a:rect b="b" l="l" r="r" t="t"/>
              <a:pathLst>
                <a:path extrusionOk="0" h="21797" w="79362">
                  <a:moveTo>
                    <a:pt x="0" y="21797"/>
                  </a:moveTo>
                  <a:lnTo>
                    <a:pt x="15952" y="2476"/>
                  </a:lnTo>
                  <a:lnTo>
                    <a:pt x="30106" y="2476"/>
                  </a:lnTo>
                  <a:lnTo>
                    <a:pt x="36284" y="8654"/>
                  </a:lnTo>
                  <a:lnTo>
                    <a:pt x="74366" y="8654"/>
                  </a:lnTo>
                  <a:lnTo>
                    <a:pt x="79362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cxnSp>
          <p:nvCxnSpPr>
            <p:cNvPr id="53" name="Google Shape;53;p6"/>
            <p:cNvCxnSpPr/>
            <p:nvPr/>
          </p:nvCxnSpPr>
          <p:spPr>
            <a:xfrm>
              <a:off x="8599175" y="4156375"/>
              <a:ext cx="0" cy="1067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4899" y="4658424"/>
            <a:ext cx="456876" cy="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720000" y="794275"/>
            <a:ext cx="48552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720000" y="1986050"/>
            <a:ext cx="4855200" cy="20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9" name="Google Shape;59;p7"/>
          <p:cNvGrpSpPr/>
          <p:nvPr/>
        </p:nvGrpSpPr>
        <p:grpSpPr>
          <a:xfrm>
            <a:off x="182702" y="-234952"/>
            <a:ext cx="9024798" cy="5339105"/>
            <a:chOff x="182702" y="-234952"/>
            <a:chExt cx="9024798" cy="5339105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298613" y="-283715"/>
              <a:ext cx="1860124" cy="1957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" name="Google Shape;61;p7"/>
            <p:cNvGrpSpPr/>
            <p:nvPr/>
          </p:nvGrpSpPr>
          <p:grpSpPr>
            <a:xfrm>
              <a:off x="182702" y="4549372"/>
              <a:ext cx="1318665" cy="554781"/>
              <a:chOff x="184150" y="4403675"/>
              <a:chExt cx="1412300" cy="594175"/>
            </a:xfrm>
          </p:grpSpPr>
          <p:pic>
            <p:nvPicPr>
              <p:cNvPr id="62" name="Google Shape;62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51777" t="0"/>
              <a:stretch/>
            </p:blipFill>
            <p:spPr>
              <a:xfrm rot="10800000">
                <a:off x="184150" y="4534925"/>
                <a:ext cx="1190051" cy="46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" name="Google Shape;63;p7"/>
              <p:cNvPicPr preferRelativeResize="0"/>
              <p:nvPr/>
            </p:nvPicPr>
            <p:blipFill rotWithShape="1">
              <a:blip r:embed="rId3">
                <a:alphaModFix/>
              </a:blip>
              <a:srcRect b="2230" l="0" r="42772" t="-2240"/>
              <a:stretch/>
            </p:blipFill>
            <p:spPr>
              <a:xfrm rot="10800000">
                <a:off x="184151" y="4403675"/>
                <a:ext cx="1412299" cy="462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64" name="Google Shape;64;p7"/>
          <p:cNvPicPr preferRelativeResize="0"/>
          <p:nvPr/>
        </p:nvPicPr>
        <p:blipFill rotWithShape="1">
          <a:blip r:embed="rId4">
            <a:alphaModFix/>
          </a:blip>
          <a:srcRect b="8692" l="1941" r="0" t="0"/>
          <a:stretch/>
        </p:blipFill>
        <p:spPr>
          <a:xfrm flipH="1">
            <a:off x="5295899" y="3831200"/>
            <a:ext cx="3854451" cy="13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/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720000" y="539500"/>
            <a:ext cx="3159900" cy="7941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1826675" y="1685025"/>
            <a:ext cx="5493000" cy="14772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1826525" y="3238775"/>
            <a:ext cx="5493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20000" y="2209200"/>
            <a:ext cx="28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2" type="subTitle"/>
          </p:nvPr>
        </p:nvSpPr>
        <p:spPr>
          <a:xfrm>
            <a:off x="4214900" y="2209200"/>
            <a:ext cx="28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3" type="subTitle"/>
          </p:nvPr>
        </p:nvSpPr>
        <p:spPr>
          <a:xfrm>
            <a:off x="720000" y="3942375"/>
            <a:ext cx="28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4" type="subTitle"/>
          </p:nvPr>
        </p:nvSpPr>
        <p:spPr>
          <a:xfrm>
            <a:off x="4214900" y="3942375"/>
            <a:ext cx="28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5" type="title"/>
          </p:nvPr>
        </p:nvSpPr>
        <p:spPr>
          <a:xfrm>
            <a:off x="821600" y="1332025"/>
            <a:ext cx="904800" cy="447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6" type="title"/>
          </p:nvPr>
        </p:nvSpPr>
        <p:spPr>
          <a:xfrm>
            <a:off x="821600" y="3064618"/>
            <a:ext cx="904800" cy="447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7" type="title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8" type="title"/>
          </p:nvPr>
        </p:nvSpPr>
        <p:spPr>
          <a:xfrm>
            <a:off x="4316491" y="3064618"/>
            <a:ext cx="904800" cy="447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idx="9" type="subTitle"/>
          </p:nvPr>
        </p:nvSpPr>
        <p:spPr>
          <a:xfrm>
            <a:off x="720000" y="1801116"/>
            <a:ext cx="2838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3" type="subTitle"/>
          </p:nvPr>
        </p:nvSpPr>
        <p:spPr>
          <a:xfrm>
            <a:off x="4214891" y="1801116"/>
            <a:ext cx="2838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4" type="subTitle"/>
          </p:nvPr>
        </p:nvSpPr>
        <p:spPr>
          <a:xfrm>
            <a:off x="720000" y="3533776"/>
            <a:ext cx="2838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15" type="subTitle"/>
          </p:nvPr>
        </p:nvSpPr>
        <p:spPr>
          <a:xfrm>
            <a:off x="4214891" y="3533776"/>
            <a:ext cx="2838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8" name="Google Shape;98;p13"/>
          <p:cNvGrpSpPr/>
          <p:nvPr/>
        </p:nvGrpSpPr>
        <p:grpSpPr>
          <a:xfrm>
            <a:off x="875350" y="127038"/>
            <a:ext cx="8033701" cy="4846535"/>
            <a:chOff x="875350" y="127038"/>
            <a:chExt cx="8033701" cy="4846535"/>
          </a:xfrm>
        </p:grpSpPr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62350" y="4591273"/>
              <a:ext cx="1646700" cy="3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5350" y="127038"/>
              <a:ext cx="797312" cy="185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3"/>
          <p:cNvGrpSpPr/>
          <p:nvPr/>
        </p:nvGrpSpPr>
        <p:grpSpPr>
          <a:xfrm>
            <a:off x="-989124" y="-114101"/>
            <a:ext cx="9926867" cy="5390476"/>
            <a:chOff x="-989124" y="-114101"/>
            <a:chExt cx="9926867" cy="5390476"/>
          </a:xfrm>
        </p:grpSpPr>
        <p:pic>
          <p:nvPicPr>
            <p:cNvPr id="102" name="Google Shape;10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5400000">
              <a:off x="7472389" y="381102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989124" y="-114101"/>
              <a:ext cx="2123360" cy="66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" name="Google Shape;106;p14"/>
          <p:cNvSpPr txBox="1"/>
          <p:nvPr>
            <p:ph type="title"/>
          </p:nvPr>
        </p:nvSpPr>
        <p:spPr>
          <a:xfrm>
            <a:off x="2133775" y="3054750"/>
            <a:ext cx="6297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2133600" y="1426950"/>
            <a:ext cx="6297000" cy="16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2960400" y="1482025"/>
            <a:ext cx="4256400" cy="15261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" name="Google Shape;111;p15"/>
          <p:cNvSpPr txBox="1"/>
          <p:nvPr>
            <p:ph hasCustomPrompt="1" idx="2" type="title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3" name="Google Shape;113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14" name="Google Shape;114;p15"/>
            <p:cNvPicPr preferRelativeResize="0"/>
            <p:nvPr/>
          </p:nvPicPr>
          <p:blipFill rotWithShape="1">
            <a:blip r:embed="rId2">
              <a:alphaModFix/>
            </a:blip>
            <a:srcRect b="6716" l="50275" r="0" t="0"/>
            <a:stretch/>
          </p:blipFill>
          <p:spPr>
            <a:xfrm>
              <a:off x="0" y="3173625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 rotWithShape="1">
            <a:blip r:embed="rId2">
              <a:alphaModFix/>
            </a:blip>
            <a:srcRect b="6716" l="50275" r="0" t="0"/>
            <a:stretch/>
          </p:blipFill>
          <p:spPr>
            <a:xfrm flipH="1" rot="10800000">
              <a:off x="0" y="0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15"/>
            <p:cNvGrpSpPr/>
            <p:nvPr/>
          </p:nvGrpSpPr>
          <p:grpSpPr>
            <a:xfrm flipH="1">
              <a:off x="7056125" y="0"/>
              <a:ext cx="2087874" cy="5143500"/>
              <a:chOff x="4640575" y="0"/>
              <a:chExt cx="2087874" cy="5143500"/>
            </a:xfrm>
          </p:grpSpPr>
          <p:pic>
            <p:nvPicPr>
              <p:cNvPr id="117" name="Google Shape;117;p15"/>
              <p:cNvPicPr preferRelativeResize="0"/>
              <p:nvPr/>
            </p:nvPicPr>
            <p:blipFill rotWithShape="1">
              <a:blip r:embed="rId2">
                <a:alphaModFix/>
              </a:blip>
              <a:srcRect b="6716" l="50275" r="0" t="0"/>
              <a:stretch/>
            </p:blipFill>
            <p:spPr>
              <a:xfrm>
                <a:off x="4640575" y="3173625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5"/>
              <p:cNvPicPr preferRelativeResize="0"/>
              <p:nvPr/>
            </p:nvPicPr>
            <p:blipFill rotWithShape="1">
              <a:blip r:embed="rId2">
                <a:alphaModFix/>
              </a:blip>
              <a:srcRect b="6716" l="50275" r="0" t="0"/>
              <a:stretch/>
            </p:blipFill>
            <p:spPr>
              <a:xfrm flipH="1" rot="10800000">
                <a:off x="4640575" y="0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9" name="Google Shape;119;p15"/>
          <p:cNvGrpSpPr/>
          <p:nvPr/>
        </p:nvGrpSpPr>
        <p:grpSpPr>
          <a:xfrm>
            <a:off x="3338114" y="76571"/>
            <a:ext cx="2467774" cy="4990358"/>
            <a:chOff x="3338114" y="76571"/>
            <a:chExt cx="2467774" cy="4990358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38114" y="7657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3338114" y="460399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44674" y="4585774"/>
            <a:ext cx="456876" cy="242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6"/>
          <p:cNvGrpSpPr/>
          <p:nvPr/>
        </p:nvGrpSpPr>
        <p:grpSpPr>
          <a:xfrm>
            <a:off x="180800" y="151650"/>
            <a:ext cx="7384900" cy="4847217"/>
            <a:chOff x="180800" y="151650"/>
            <a:chExt cx="7384900" cy="4847217"/>
          </a:xfrm>
        </p:grpSpPr>
        <p:pic>
          <p:nvPicPr>
            <p:cNvPr id="127" name="Google Shape;127;p16"/>
            <p:cNvPicPr preferRelativeResize="0"/>
            <p:nvPr/>
          </p:nvPicPr>
          <p:blipFill rotWithShape="1">
            <a:blip r:embed="rId3">
              <a:alphaModFix/>
            </a:blip>
            <a:srcRect b="23693" l="11402" r="0" t="0"/>
            <a:stretch/>
          </p:blipFill>
          <p:spPr>
            <a:xfrm>
              <a:off x="180800" y="4478792"/>
              <a:ext cx="2380425" cy="52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6"/>
            <p:cNvPicPr preferRelativeResize="0"/>
            <p:nvPr/>
          </p:nvPicPr>
          <p:blipFill rotWithShape="1">
            <a:blip r:embed="rId3">
              <a:alphaModFix/>
            </a:blip>
            <a:srcRect b="23693" l="-542" r="0" t="0"/>
            <a:stretch/>
          </p:blipFill>
          <p:spPr>
            <a:xfrm rot="10800000">
              <a:off x="4864399" y="151650"/>
              <a:ext cx="2701301" cy="520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2" name="Google Shape;132;p17"/>
          <p:cNvGrpSpPr/>
          <p:nvPr/>
        </p:nvGrpSpPr>
        <p:grpSpPr>
          <a:xfrm>
            <a:off x="182592" y="152134"/>
            <a:ext cx="8782132" cy="4841131"/>
            <a:chOff x="182592" y="152134"/>
            <a:chExt cx="8782132" cy="4841131"/>
          </a:xfrm>
        </p:grpSpPr>
        <p:pic>
          <p:nvPicPr>
            <p:cNvPr id="133" name="Google Shape;133;p17"/>
            <p:cNvPicPr preferRelativeResize="0"/>
            <p:nvPr/>
          </p:nvPicPr>
          <p:blipFill rotWithShape="1">
            <a:blip r:embed="rId2">
              <a:alphaModFix/>
            </a:blip>
            <a:srcRect b="7552" l="0" r="49589" t="0"/>
            <a:stretch/>
          </p:blipFill>
          <p:spPr>
            <a:xfrm>
              <a:off x="7720725" y="3846041"/>
              <a:ext cx="1243999" cy="114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7"/>
            <p:cNvPicPr preferRelativeResize="0"/>
            <p:nvPr/>
          </p:nvPicPr>
          <p:blipFill rotWithShape="1">
            <a:blip r:embed="rId2">
              <a:alphaModFix/>
            </a:blip>
            <a:srcRect b="7552" l="0" r="49589" t="0"/>
            <a:stretch/>
          </p:blipFill>
          <p:spPr>
            <a:xfrm rot="10800000">
              <a:off x="182592" y="152134"/>
              <a:ext cx="957599" cy="883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101" y="4409576"/>
            <a:ext cx="2467773" cy="77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546499" y="1455823"/>
            <a:ext cx="1811326" cy="4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9" name="Google Shape;13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0" name="Google Shape;1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73151" y="148975"/>
            <a:ext cx="1750074" cy="40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8"/>
          <p:cNvGrpSpPr/>
          <p:nvPr/>
        </p:nvGrpSpPr>
        <p:grpSpPr>
          <a:xfrm>
            <a:off x="5" y="4485746"/>
            <a:ext cx="5468149" cy="506759"/>
            <a:chOff x="1798830" y="4485746"/>
            <a:chExt cx="5468149" cy="506759"/>
          </a:xfrm>
        </p:grpSpPr>
        <p:pic>
          <p:nvPicPr>
            <p:cNvPr id="142" name="Google Shape;142;p18"/>
            <p:cNvPicPr preferRelativeResize="0"/>
            <p:nvPr/>
          </p:nvPicPr>
          <p:blipFill rotWithShape="1">
            <a:blip r:embed="rId3">
              <a:alphaModFix/>
            </a:blip>
            <a:srcRect b="0" l="0" r="0" t="27948"/>
            <a:stretch/>
          </p:blipFill>
          <p:spPr>
            <a:xfrm rot="10800000">
              <a:off x="3338099" y="4628330"/>
              <a:ext cx="2467776" cy="36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98830" y="448574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99205" y="448574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8" name="Google Shape;148;p19"/>
          <p:cNvGrpSpPr/>
          <p:nvPr/>
        </p:nvGrpSpPr>
        <p:grpSpPr>
          <a:xfrm>
            <a:off x="5610238" y="-3"/>
            <a:ext cx="3206224" cy="664100"/>
            <a:chOff x="5610238" y="-3"/>
            <a:chExt cx="3206224" cy="664100"/>
          </a:xfrm>
        </p:grpSpPr>
        <p:pic>
          <p:nvPicPr>
            <p:cNvPr id="149" name="Google Shape;149;p19"/>
            <p:cNvPicPr preferRelativeResize="0"/>
            <p:nvPr/>
          </p:nvPicPr>
          <p:blipFill>
            <a:blip r:embed="rId2">
              <a:alphaModFix amt="51000"/>
            </a:blip>
            <a:stretch>
              <a:fillRect/>
            </a:stretch>
          </p:blipFill>
          <p:spPr>
            <a:xfrm rot="10800000">
              <a:off x="5610238" y="-3"/>
              <a:ext cx="3206224" cy="66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415875" y="159727"/>
              <a:ext cx="1185500" cy="245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9"/>
          <p:cNvGrpSpPr/>
          <p:nvPr/>
        </p:nvGrpSpPr>
        <p:grpSpPr>
          <a:xfrm>
            <a:off x="173699" y="149901"/>
            <a:ext cx="8791752" cy="5042757"/>
            <a:chOff x="173699" y="149901"/>
            <a:chExt cx="8791752" cy="5042757"/>
          </a:xfrm>
        </p:grpSpPr>
        <p:pic>
          <p:nvPicPr>
            <p:cNvPr id="152" name="Google Shape;152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4626" y="44170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3699" y="3609676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002249" y="149901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76324" y="38609"/>
            <a:ext cx="456876" cy="242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20"/>
          <p:cNvGrpSpPr/>
          <p:nvPr/>
        </p:nvGrpSpPr>
        <p:grpSpPr>
          <a:xfrm>
            <a:off x="-142003" y="-533617"/>
            <a:ext cx="9427304" cy="6355530"/>
            <a:chOff x="-142003" y="-533617"/>
            <a:chExt cx="9427304" cy="6355530"/>
          </a:xfrm>
        </p:grpSpPr>
        <p:grpSp>
          <p:nvGrpSpPr>
            <p:cNvPr id="160" name="Google Shape;160;p20"/>
            <p:cNvGrpSpPr/>
            <p:nvPr/>
          </p:nvGrpSpPr>
          <p:grpSpPr>
            <a:xfrm>
              <a:off x="-142003" y="-533617"/>
              <a:ext cx="579444" cy="2237680"/>
              <a:chOff x="-142003" y="-533617"/>
              <a:chExt cx="579444" cy="2237680"/>
            </a:xfrm>
          </p:grpSpPr>
          <p:pic>
            <p:nvPicPr>
              <p:cNvPr id="161" name="Google Shape;161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49">
                <a:off x="-840531" y="164927"/>
                <a:ext cx="1755019" cy="357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108">
                <a:off x="-619065" y="647584"/>
                <a:ext cx="1755019" cy="3579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3" name="Google Shape;163;p20"/>
            <p:cNvGrpSpPr/>
            <p:nvPr/>
          </p:nvGrpSpPr>
          <p:grpSpPr>
            <a:xfrm>
              <a:off x="8705857" y="3584233"/>
              <a:ext cx="579444" cy="2237680"/>
              <a:chOff x="-142003" y="-533617"/>
              <a:chExt cx="579444" cy="2237680"/>
            </a:xfrm>
          </p:grpSpPr>
          <p:pic>
            <p:nvPicPr>
              <p:cNvPr id="164" name="Google Shape;164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49">
                <a:off x="-840531" y="164927"/>
                <a:ext cx="1755019" cy="357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5" name="Google Shape;165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108">
                <a:off x="-619065" y="647584"/>
                <a:ext cx="1755019" cy="3579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6" name="Google Shape;166;p20"/>
          <p:cNvGrpSpPr/>
          <p:nvPr/>
        </p:nvGrpSpPr>
        <p:grpSpPr>
          <a:xfrm>
            <a:off x="-68450" y="0"/>
            <a:ext cx="9020412" cy="4876750"/>
            <a:chOff x="-68450" y="0"/>
            <a:chExt cx="9020412" cy="4876750"/>
          </a:xfrm>
        </p:grpSpPr>
        <p:sp>
          <p:nvSpPr>
            <p:cNvPr id="167" name="Google Shape;167;p20"/>
            <p:cNvSpPr/>
            <p:nvPr/>
          </p:nvSpPr>
          <p:spPr>
            <a:xfrm flipH="1" rot="10800000">
              <a:off x="4000500" y="353400"/>
              <a:ext cx="4951462" cy="1438325"/>
            </a:xfrm>
            <a:custGeom>
              <a:rect b="b" l="l" r="r" t="t"/>
              <a:pathLst>
                <a:path extrusionOk="0" h="57533" w="214558">
                  <a:moveTo>
                    <a:pt x="214558" y="0"/>
                  </a:moveTo>
                  <a:lnTo>
                    <a:pt x="192990" y="29881"/>
                  </a:lnTo>
                  <a:lnTo>
                    <a:pt x="192990" y="53696"/>
                  </a:lnTo>
                  <a:lnTo>
                    <a:pt x="172545" y="53696"/>
                  </a:lnTo>
                  <a:lnTo>
                    <a:pt x="170330" y="57533"/>
                  </a:lnTo>
                  <a:lnTo>
                    <a:pt x="143563" y="57533"/>
                  </a:lnTo>
                  <a:lnTo>
                    <a:pt x="140409" y="54379"/>
                  </a:lnTo>
                  <a:lnTo>
                    <a:pt x="99977" y="54379"/>
                  </a:lnTo>
                  <a:lnTo>
                    <a:pt x="0" y="54379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sp>
          <p:nvSpPr>
            <p:cNvPr id="168" name="Google Shape;168;p20"/>
            <p:cNvSpPr/>
            <p:nvPr/>
          </p:nvSpPr>
          <p:spPr>
            <a:xfrm flipH="1" rot="10800000">
              <a:off x="4572000" y="0"/>
              <a:ext cx="1984050" cy="544925"/>
            </a:xfrm>
            <a:custGeom>
              <a:rect b="b" l="l" r="r" t="t"/>
              <a:pathLst>
                <a:path extrusionOk="0" h="21797" w="79362">
                  <a:moveTo>
                    <a:pt x="0" y="21797"/>
                  </a:moveTo>
                  <a:lnTo>
                    <a:pt x="15952" y="2476"/>
                  </a:lnTo>
                  <a:lnTo>
                    <a:pt x="30106" y="2476"/>
                  </a:lnTo>
                  <a:lnTo>
                    <a:pt x="36284" y="8654"/>
                  </a:lnTo>
                  <a:lnTo>
                    <a:pt x="74366" y="8654"/>
                  </a:lnTo>
                  <a:lnTo>
                    <a:pt x="79362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cxnSp>
          <p:nvCxnSpPr>
            <p:cNvPr id="169" name="Google Shape;169;p20"/>
            <p:cNvCxnSpPr/>
            <p:nvPr/>
          </p:nvCxnSpPr>
          <p:spPr>
            <a:xfrm rot="10800000">
              <a:off x="-68450" y="4876750"/>
              <a:ext cx="115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0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2" name="Google Shape;17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3" name="Google Shape;173;p21"/>
          <p:cNvGrpSpPr/>
          <p:nvPr/>
        </p:nvGrpSpPr>
        <p:grpSpPr>
          <a:xfrm>
            <a:off x="7570826" y="2571749"/>
            <a:ext cx="1421424" cy="2420015"/>
            <a:chOff x="7570826" y="2571749"/>
            <a:chExt cx="1421424" cy="2420015"/>
          </a:xfrm>
        </p:grpSpPr>
        <p:pic>
          <p:nvPicPr>
            <p:cNvPr id="174" name="Google Shape;174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602537" y="3437762"/>
              <a:ext cx="2255726" cy="52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7283287" y="3316100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40712" t="0"/>
          <a:stretch/>
        </p:blipFill>
        <p:spPr>
          <a:xfrm rot="10800000">
            <a:off x="184152" y="156700"/>
            <a:ext cx="1463098" cy="4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9" name="Google Shape;179;p22"/>
          <p:cNvSpPr txBox="1"/>
          <p:nvPr>
            <p:ph type="title"/>
          </p:nvPr>
        </p:nvSpPr>
        <p:spPr>
          <a:xfrm>
            <a:off x="720000" y="1252725"/>
            <a:ext cx="2928000" cy="15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720000" y="2841735"/>
            <a:ext cx="29280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2"/>
          <p:cNvSpPr/>
          <p:nvPr>
            <p:ph idx="2" type="pic"/>
          </p:nvPr>
        </p:nvSpPr>
        <p:spPr>
          <a:xfrm>
            <a:off x="3943350" y="533875"/>
            <a:ext cx="4487700" cy="4075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82" name="Google Shape;182;p22"/>
          <p:cNvGrpSpPr/>
          <p:nvPr/>
        </p:nvGrpSpPr>
        <p:grpSpPr>
          <a:xfrm>
            <a:off x="180975" y="163250"/>
            <a:ext cx="4743450" cy="366725"/>
            <a:chOff x="180975" y="163250"/>
            <a:chExt cx="4743450" cy="366725"/>
          </a:xfrm>
        </p:grpSpPr>
        <p:sp>
          <p:nvSpPr>
            <p:cNvPr id="183" name="Google Shape;183;p22"/>
            <p:cNvSpPr/>
            <p:nvPr/>
          </p:nvSpPr>
          <p:spPr>
            <a:xfrm>
              <a:off x="180975" y="163250"/>
              <a:ext cx="4743450" cy="366725"/>
            </a:xfrm>
            <a:custGeom>
              <a:rect b="b" l="l" r="r" t="t"/>
              <a:pathLst>
                <a:path extrusionOk="0" h="14669" w="189738">
                  <a:moveTo>
                    <a:pt x="0" y="0"/>
                  </a:moveTo>
                  <a:lnTo>
                    <a:pt x="14668" y="14669"/>
                  </a:lnTo>
                  <a:lnTo>
                    <a:pt x="39243" y="14669"/>
                  </a:lnTo>
                  <a:lnTo>
                    <a:pt x="47149" y="6763"/>
                  </a:lnTo>
                  <a:lnTo>
                    <a:pt x="69723" y="6763"/>
                  </a:lnTo>
                  <a:lnTo>
                    <a:pt x="74057" y="2429"/>
                  </a:lnTo>
                  <a:lnTo>
                    <a:pt x="97536" y="2429"/>
                  </a:lnTo>
                  <a:lnTo>
                    <a:pt x="103561" y="8453"/>
                  </a:lnTo>
                  <a:lnTo>
                    <a:pt x="189738" y="8453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  <p:cxnSp>
          <p:nvCxnSpPr>
            <p:cNvPr id="184" name="Google Shape;184;p22"/>
            <p:cNvCxnSpPr/>
            <p:nvPr/>
          </p:nvCxnSpPr>
          <p:spPr>
            <a:xfrm>
              <a:off x="180975" y="295200"/>
              <a:ext cx="2628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cxnSp>
        <p:nvCxnSpPr>
          <p:cNvPr id="185" name="Google Shape;185;p22"/>
          <p:cNvCxnSpPr/>
          <p:nvPr/>
        </p:nvCxnSpPr>
        <p:spPr>
          <a:xfrm flipH="1" rot="10800000">
            <a:off x="476250" y="4552875"/>
            <a:ext cx="723900" cy="103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6" name="Google Shape;186;p22"/>
          <p:cNvCxnSpPr/>
          <p:nvPr/>
        </p:nvCxnSpPr>
        <p:spPr>
          <a:xfrm flipH="1" rot="10800000">
            <a:off x="180975" y="4800525"/>
            <a:ext cx="723900" cy="1038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87" name="Google Shape;187;p22"/>
          <p:cNvPicPr preferRelativeResize="0"/>
          <p:nvPr/>
        </p:nvPicPr>
        <p:blipFill rotWithShape="1">
          <a:blip r:embed="rId2">
            <a:alphaModFix/>
          </a:blip>
          <a:srcRect b="9990" l="3855" r="0" t="0"/>
          <a:stretch/>
        </p:blipFill>
        <p:spPr>
          <a:xfrm>
            <a:off x="180975" y="4188419"/>
            <a:ext cx="2372526" cy="8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" name="Google Shape;190;p23"/>
          <p:cNvSpPr txBox="1"/>
          <p:nvPr>
            <p:ph type="title"/>
          </p:nvPr>
        </p:nvSpPr>
        <p:spPr>
          <a:xfrm>
            <a:off x="713225" y="1528613"/>
            <a:ext cx="3015000" cy="11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3"/>
          <p:cNvSpPr txBox="1"/>
          <p:nvPr>
            <p:ph idx="1" type="subTitle"/>
          </p:nvPr>
        </p:nvSpPr>
        <p:spPr>
          <a:xfrm>
            <a:off x="713225" y="2580488"/>
            <a:ext cx="30150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2" name="Google Shape;192;p23"/>
          <p:cNvGrpSpPr/>
          <p:nvPr/>
        </p:nvGrpSpPr>
        <p:grpSpPr>
          <a:xfrm>
            <a:off x="-1048048" y="113877"/>
            <a:ext cx="11045523" cy="5029623"/>
            <a:chOff x="-1048048" y="113877"/>
            <a:chExt cx="11045523" cy="5029623"/>
          </a:xfrm>
        </p:grpSpPr>
        <p:pic>
          <p:nvPicPr>
            <p:cNvPr id="193" name="Google Shape;193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700000">
              <a:off x="-1245774" y="918571"/>
              <a:ext cx="2467773" cy="462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700000">
              <a:off x="7727426" y="3875871"/>
              <a:ext cx="2467773" cy="4629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23"/>
          <p:cNvGrpSpPr/>
          <p:nvPr/>
        </p:nvGrpSpPr>
        <p:grpSpPr>
          <a:xfrm>
            <a:off x="-573001" y="4645068"/>
            <a:ext cx="2487186" cy="603331"/>
            <a:chOff x="162825" y="4587541"/>
            <a:chExt cx="1763711" cy="427833"/>
          </a:xfrm>
        </p:grpSpPr>
        <p:pic>
          <p:nvPicPr>
            <p:cNvPr id="196" name="Google Shape;196;p23"/>
            <p:cNvPicPr preferRelativeResize="0"/>
            <p:nvPr/>
          </p:nvPicPr>
          <p:blipFill>
            <a:blip r:embed="rId3">
              <a:alphaModFix amt="46000"/>
            </a:blip>
            <a:stretch>
              <a:fillRect/>
            </a:stretch>
          </p:blipFill>
          <p:spPr>
            <a:xfrm>
              <a:off x="162825" y="4648923"/>
              <a:ext cx="1578400" cy="36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963" y="4758475"/>
              <a:ext cx="1106574" cy="25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3"/>
            <p:cNvPicPr preferRelativeResize="0"/>
            <p:nvPr/>
          </p:nvPicPr>
          <p:blipFill>
            <a:blip r:embed="rId3">
              <a:alphaModFix amt="88000"/>
            </a:blip>
            <a:stretch>
              <a:fillRect/>
            </a:stretch>
          </p:blipFill>
          <p:spPr>
            <a:xfrm>
              <a:off x="440163" y="4587541"/>
              <a:ext cx="1106574" cy="256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23"/>
          <p:cNvPicPr preferRelativeResize="0"/>
          <p:nvPr/>
        </p:nvPicPr>
        <p:blipFill rotWithShape="1">
          <a:blip r:embed="rId4">
            <a:alphaModFix/>
          </a:blip>
          <a:srcRect b="25997" l="0" r="0" t="0"/>
          <a:stretch/>
        </p:blipFill>
        <p:spPr>
          <a:xfrm rot="10800000">
            <a:off x="440169" y="150028"/>
            <a:ext cx="3638426" cy="5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2" name="Google Shape;202;p24"/>
          <p:cNvSpPr txBox="1"/>
          <p:nvPr>
            <p:ph type="title"/>
          </p:nvPr>
        </p:nvSpPr>
        <p:spPr>
          <a:xfrm>
            <a:off x="5415775" y="1943370"/>
            <a:ext cx="30150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5415775" y="2580488"/>
            <a:ext cx="30150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4" name="Google Shape;204;p24"/>
          <p:cNvGrpSpPr/>
          <p:nvPr/>
        </p:nvGrpSpPr>
        <p:grpSpPr>
          <a:xfrm>
            <a:off x="-715684" y="-910399"/>
            <a:ext cx="9731141" cy="5824491"/>
            <a:chOff x="-715684" y="-910399"/>
            <a:chExt cx="9731141" cy="5824491"/>
          </a:xfrm>
        </p:grpSpPr>
        <p:pic>
          <p:nvPicPr>
            <p:cNvPr id="205" name="Google Shape;205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8100000">
              <a:off x="-222201" y="-474253"/>
              <a:ext cx="2186986" cy="2301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6924987" y="201250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393751" y="941943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88576" y="44511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24"/>
          <p:cNvGrpSpPr/>
          <p:nvPr/>
        </p:nvGrpSpPr>
        <p:grpSpPr>
          <a:xfrm>
            <a:off x="-44934" y="-61767"/>
            <a:ext cx="9236542" cy="5274066"/>
            <a:chOff x="-44934" y="-61767"/>
            <a:chExt cx="9236542" cy="5274066"/>
          </a:xfrm>
        </p:grpSpPr>
        <p:pic>
          <p:nvPicPr>
            <p:cNvPr id="210" name="Google Shape;210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004083" y="4437200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10800000">
              <a:off x="-44934" y="-61767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4" name="Google Shape;21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720000" y="1063350"/>
            <a:ext cx="77040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8" name="Google Shape;21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720000" y="1063350"/>
            <a:ext cx="7704000" cy="35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20" name="Google Shape;220;p26"/>
          <p:cNvGrpSpPr/>
          <p:nvPr/>
        </p:nvGrpSpPr>
        <p:grpSpPr>
          <a:xfrm>
            <a:off x="6225662" y="2144886"/>
            <a:ext cx="3876051" cy="3876075"/>
            <a:chOff x="6225662" y="2144886"/>
            <a:chExt cx="3876051" cy="3876075"/>
          </a:xfrm>
        </p:grpSpPr>
        <p:pic>
          <p:nvPicPr>
            <p:cNvPr id="221" name="Google Shape;221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535626" y="4406681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11">
              <a:off x="6828302" y="2677518"/>
              <a:ext cx="2670770" cy="28108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" type="subTitle"/>
          </p:nvPr>
        </p:nvSpPr>
        <p:spPr>
          <a:xfrm>
            <a:off x="4845613" y="1731125"/>
            <a:ext cx="3424200" cy="21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/>
          <p:nvPr>
            <p:ph idx="2" type="subTitle"/>
          </p:nvPr>
        </p:nvSpPr>
        <p:spPr>
          <a:xfrm>
            <a:off x="874188" y="1731125"/>
            <a:ext cx="3424200" cy="21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8" name="Google Shape;228;p27"/>
          <p:cNvGrpSpPr/>
          <p:nvPr/>
        </p:nvGrpSpPr>
        <p:grpSpPr>
          <a:xfrm>
            <a:off x="277425" y="4604002"/>
            <a:ext cx="3542749" cy="419800"/>
            <a:chOff x="277425" y="4604002"/>
            <a:chExt cx="3542749" cy="419800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2">
              <a:alphaModFix/>
            </a:blip>
            <a:srcRect b="0" l="0" r="0" t="26723"/>
            <a:stretch/>
          </p:blipFill>
          <p:spPr>
            <a:xfrm>
              <a:off x="277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7"/>
            <p:cNvPicPr preferRelativeResize="0"/>
            <p:nvPr/>
          </p:nvPicPr>
          <p:blipFill rotWithShape="1">
            <a:blip r:embed="rId2">
              <a:alphaModFix/>
            </a:blip>
            <a:srcRect b="0" l="0" r="0" t="26723"/>
            <a:stretch/>
          </p:blipFill>
          <p:spPr>
            <a:xfrm>
              <a:off x="1352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7"/>
          <p:cNvGrpSpPr/>
          <p:nvPr/>
        </p:nvGrpSpPr>
        <p:grpSpPr>
          <a:xfrm rot="10800000">
            <a:off x="568325" y="4633850"/>
            <a:ext cx="5797550" cy="230250"/>
            <a:chOff x="5873750" y="218475"/>
            <a:chExt cx="5797550" cy="230250"/>
          </a:xfrm>
        </p:grpSpPr>
        <p:cxnSp>
          <p:nvCxnSpPr>
            <p:cNvPr id="232" name="Google Shape;232;p27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sp>
          <p:nvSpPr>
            <p:cNvPr id="233" name="Google Shape;233;p27"/>
            <p:cNvSpPr/>
            <p:nvPr/>
          </p:nvSpPr>
          <p:spPr>
            <a:xfrm>
              <a:off x="6800850" y="218475"/>
              <a:ext cx="4870450" cy="230250"/>
            </a:xfrm>
            <a:custGeom>
              <a:rect b="b" l="l" r="r" t="t"/>
              <a:pathLst>
                <a:path extrusionOk="0" h="9210" w="194818">
                  <a:moveTo>
                    <a:pt x="194818" y="0"/>
                  </a:moveTo>
                  <a:lnTo>
                    <a:pt x="43688" y="233"/>
                  </a:lnTo>
                  <a:lnTo>
                    <a:pt x="38505" y="9210"/>
                  </a:lnTo>
                  <a:lnTo>
                    <a:pt x="10160" y="9210"/>
                  </a:lnTo>
                  <a:lnTo>
                    <a:pt x="0" y="921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28"/>
          <p:cNvSpPr txBox="1"/>
          <p:nvPr>
            <p:ph idx="1" type="subTitle"/>
          </p:nvPr>
        </p:nvSpPr>
        <p:spPr>
          <a:xfrm>
            <a:off x="720000" y="2535201"/>
            <a:ext cx="1979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2" type="subTitle"/>
          </p:nvPr>
        </p:nvSpPr>
        <p:spPr>
          <a:xfrm>
            <a:off x="3588648" y="2535201"/>
            <a:ext cx="1979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8"/>
          <p:cNvSpPr txBox="1"/>
          <p:nvPr>
            <p:ph idx="3" type="subTitle"/>
          </p:nvPr>
        </p:nvSpPr>
        <p:spPr>
          <a:xfrm>
            <a:off x="6444602" y="2535201"/>
            <a:ext cx="1979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8"/>
          <p:cNvSpPr txBox="1"/>
          <p:nvPr>
            <p:ph idx="4" type="subTitle"/>
          </p:nvPr>
        </p:nvSpPr>
        <p:spPr>
          <a:xfrm>
            <a:off x="720000" y="2199800"/>
            <a:ext cx="1979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41" name="Google Shape;241;p28"/>
          <p:cNvSpPr txBox="1"/>
          <p:nvPr>
            <p:ph idx="5" type="subTitle"/>
          </p:nvPr>
        </p:nvSpPr>
        <p:spPr>
          <a:xfrm>
            <a:off x="3588651" y="2199800"/>
            <a:ext cx="1979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idx="6" type="subTitle"/>
          </p:nvPr>
        </p:nvSpPr>
        <p:spPr>
          <a:xfrm>
            <a:off x="6444603" y="2199800"/>
            <a:ext cx="19794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43" name="Google Shape;243;p28"/>
          <p:cNvGrpSpPr/>
          <p:nvPr/>
        </p:nvGrpSpPr>
        <p:grpSpPr>
          <a:xfrm>
            <a:off x="5873750" y="224313"/>
            <a:ext cx="2940050" cy="224425"/>
            <a:chOff x="5873750" y="224313"/>
            <a:chExt cx="2940050" cy="224425"/>
          </a:xfrm>
        </p:grpSpPr>
        <p:cxnSp>
          <p:nvCxnSpPr>
            <p:cNvPr id="244" name="Google Shape;244;p28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sp>
          <p:nvSpPr>
            <p:cNvPr id="245" name="Google Shape;245;p28"/>
            <p:cNvSpPr/>
            <p:nvPr/>
          </p:nvSpPr>
          <p:spPr>
            <a:xfrm rot="10800000">
              <a:off x="6800850" y="224313"/>
              <a:ext cx="2012950" cy="224425"/>
            </a:xfrm>
            <a:custGeom>
              <a:rect b="b" l="l" r="r" t="t"/>
              <a:pathLst>
                <a:path extrusionOk="0" h="8977" w="80518">
                  <a:moveTo>
                    <a:pt x="0" y="8977"/>
                  </a:moveTo>
                  <a:lnTo>
                    <a:pt x="36830" y="8977"/>
                  </a:lnTo>
                  <a:lnTo>
                    <a:pt x="42013" y="0"/>
                  </a:lnTo>
                  <a:lnTo>
                    <a:pt x="70358" y="0"/>
                  </a:lnTo>
                  <a:lnTo>
                    <a:pt x="80518" y="0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sp>
      </p:grpSp>
      <p:grpSp>
        <p:nvGrpSpPr>
          <p:cNvPr id="246" name="Google Shape;246;p28"/>
          <p:cNvGrpSpPr/>
          <p:nvPr/>
        </p:nvGrpSpPr>
        <p:grpSpPr>
          <a:xfrm>
            <a:off x="3124200" y="4610350"/>
            <a:ext cx="3549651" cy="387101"/>
            <a:chOff x="3124200" y="4610350"/>
            <a:chExt cx="3549651" cy="387101"/>
          </a:xfrm>
        </p:grpSpPr>
        <p:pic>
          <p:nvPicPr>
            <p:cNvPr id="247" name="Google Shape;247;p28"/>
            <p:cNvPicPr preferRelativeResize="0"/>
            <p:nvPr/>
          </p:nvPicPr>
          <p:blipFill rotWithShape="1">
            <a:blip r:embed="rId2">
              <a:alphaModFix/>
            </a:blip>
            <a:srcRect b="6290" l="0" r="0" t="58031"/>
            <a:stretch/>
          </p:blipFill>
          <p:spPr>
            <a:xfrm>
              <a:off x="4245892" y="4610350"/>
              <a:ext cx="2427959" cy="38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8"/>
            <p:cNvPicPr preferRelativeResize="0"/>
            <p:nvPr/>
          </p:nvPicPr>
          <p:blipFill rotWithShape="1">
            <a:blip r:embed="rId3">
              <a:alphaModFix/>
            </a:blip>
            <a:srcRect b="0" l="23295" r="0" t="76293"/>
            <a:stretch/>
          </p:blipFill>
          <p:spPr>
            <a:xfrm rot="10800000">
              <a:off x="3124200" y="4639375"/>
              <a:ext cx="1505849" cy="3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29"/>
          <p:cNvSpPr txBox="1"/>
          <p:nvPr>
            <p:ph idx="1" type="subTitle"/>
          </p:nvPr>
        </p:nvSpPr>
        <p:spPr>
          <a:xfrm>
            <a:off x="715087" y="3559688"/>
            <a:ext cx="210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9"/>
          <p:cNvSpPr txBox="1"/>
          <p:nvPr>
            <p:ph idx="2" type="subTitle"/>
          </p:nvPr>
        </p:nvSpPr>
        <p:spPr>
          <a:xfrm>
            <a:off x="3514687" y="2028188"/>
            <a:ext cx="210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9"/>
          <p:cNvSpPr txBox="1"/>
          <p:nvPr>
            <p:ph idx="3" type="subTitle"/>
          </p:nvPr>
        </p:nvSpPr>
        <p:spPr>
          <a:xfrm>
            <a:off x="6321062" y="3559688"/>
            <a:ext cx="210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9"/>
          <p:cNvSpPr txBox="1"/>
          <p:nvPr>
            <p:ph idx="4" type="subTitle"/>
          </p:nvPr>
        </p:nvSpPr>
        <p:spPr>
          <a:xfrm>
            <a:off x="715087" y="3224288"/>
            <a:ext cx="2104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6" name="Google Shape;256;p29"/>
          <p:cNvSpPr txBox="1"/>
          <p:nvPr>
            <p:ph idx="5" type="subTitle"/>
          </p:nvPr>
        </p:nvSpPr>
        <p:spPr>
          <a:xfrm>
            <a:off x="3514692" y="1692788"/>
            <a:ext cx="2104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7" name="Google Shape;257;p29"/>
          <p:cNvSpPr txBox="1"/>
          <p:nvPr>
            <p:ph idx="6" type="subTitle"/>
          </p:nvPr>
        </p:nvSpPr>
        <p:spPr>
          <a:xfrm>
            <a:off x="6321065" y="3224288"/>
            <a:ext cx="2104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58" name="Google Shape;258;p29"/>
          <p:cNvGrpSpPr/>
          <p:nvPr/>
        </p:nvGrpSpPr>
        <p:grpSpPr>
          <a:xfrm>
            <a:off x="4581826" y="29475"/>
            <a:ext cx="4382624" cy="638225"/>
            <a:chOff x="4581826" y="29475"/>
            <a:chExt cx="4382624" cy="638225"/>
          </a:xfrm>
        </p:grpSpPr>
        <p:pic>
          <p:nvPicPr>
            <p:cNvPr id="259" name="Google Shape;259;p29"/>
            <p:cNvPicPr preferRelativeResize="0"/>
            <p:nvPr/>
          </p:nvPicPr>
          <p:blipFill rotWithShape="1">
            <a:blip r:embed="rId2">
              <a:alphaModFix/>
            </a:blip>
            <a:srcRect b="0" l="3250" r="0" t="0"/>
            <a:stretch/>
          </p:blipFill>
          <p:spPr>
            <a:xfrm flipH="1">
              <a:off x="6999925" y="29475"/>
              <a:ext cx="1964525" cy="638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81826" y="3679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1" name="Google Shape;261;p29"/>
          <p:cNvPicPr preferRelativeResize="0"/>
          <p:nvPr/>
        </p:nvPicPr>
        <p:blipFill rotWithShape="1">
          <a:blip r:embed="rId4">
            <a:alphaModFix/>
          </a:blip>
          <a:srcRect b="9990" l="3855" r="0" t="0"/>
          <a:stretch/>
        </p:blipFill>
        <p:spPr>
          <a:xfrm flipH="1">
            <a:off x="6859648" y="4274802"/>
            <a:ext cx="2104802" cy="720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4" name="Google Shape;26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" name="Google Shape;265;p30"/>
          <p:cNvSpPr txBox="1"/>
          <p:nvPr>
            <p:ph idx="1" type="subTitle"/>
          </p:nvPr>
        </p:nvSpPr>
        <p:spPr>
          <a:xfrm>
            <a:off x="1838848" y="20955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0"/>
          <p:cNvSpPr txBox="1"/>
          <p:nvPr>
            <p:ph idx="2" type="subTitle"/>
          </p:nvPr>
        </p:nvSpPr>
        <p:spPr>
          <a:xfrm>
            <a:off x="5326952" y="20955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0"/>
          <p:cNvSpPr txBox="1"/>
          <p:nvPr>
            <p:ph idx="3" type="subTitle"/>
          </p:nvPr>
        </p:nvSpPr>
        <p:spPr>
          <a:xfrm>
            <a:off x="1838848" y="371912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0"/>
          <p:cNvSpPr txBox="1"/>
          <p:nvPr>
            <p:ph idx="4" type="subTitle"/>
          </p:nvPr>
        </p:nvSpPr>
        <p:spPr>
          <a:xfrm>
            <a:off x="5326952" y="371912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0"/>
          <p:cNvSpPr txBox="1"/>
          <p:nvPr>
            <p:ph idx="5" type="subTitle"/>
          </p:nvPr>
        </p:nvSpPr>
        <p:spPr>
          <a:xfrm>
            <a:off x="1838848" y="1760150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0" name="Google Shape;270;p30"/>
          <p:cNvSpPr txBox="1"/>
          <p:nvPr>
            <p:ph idx="6" type="subTitle"/>
          </p:nvPr>
        </p:nvSpPr>
        <p:spPr>
          <a:xfrm>
            <a:off x="1838848" y="3383725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" name="Google Shape;271;p30"/>
          <p:cNvSpPr txBox="1"/>
          <p:nvPr>
            <p:ph idx="7" type="subTitle"/>
          </p:nvPr>
        </p:nvSpPr>
        <p:spPr>
          <a:xfrm>
            <a:off x="5326948" y="1760150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2" name="Google Shape;272;p30"/>
          <p:cNvSpPr txBox="1"/>
          <p:nvPr>
            <p:ph idx="8" type="subTitle"/>
          </p:nvPr>
        </p:nvSpPr>
        <p:spPr>
          <a:xfrm>
            <a:off x="5326948" y="3383725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73" name="Google Shape;273;p30"/>
          <p:cNvGrpSpPr/>
          <p:nvPr/>
        </p:nvGrpSpPr>
        <p:grpSpPr>
          <a:xfrm>
            <a:off x="181125" y="4560350"/>
            <a:ext cx="1734684" cy="459650"/>
            <a:chOff x="181125" y="4560350"/>
            <a:chExt cx="1734684" cy="459650"/>
          </a:xfrm>
        </p:grpSpPr>
        <p:pic>
          <p:nvPicPr>
            <p:cNvPr id="274" name="Google Shape;274;p30"/>
            <p:cNvPicPr preferRelativeResize="0"/>
            <p:nvPr/>
          </p:nvPicPr>
          <p:blipFill rotWithShape="1">
            <a:blip r:embed="rId2">
              <a:alphaModFix/>
            </a:blip>
            <a:srcRect b="0" l="12380" r="0" t="0"/>
            <a:stretch/>
          </p:blipFill>
          <p:spPr>
            <a:xfrm>
              <a:off x="181125" y="4560350"/>
              <a:ext cx="1734684" cy="459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820024" y="4668699"/>
              <a:ext cx="456876" cy="242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30"/>
          <p:cNvGrpSpPr/>
          <p:nvPr/>
        </p:nvGrpSpPr>
        <p:grpSpPr>
          <a:xfrm>
            <a:off x="7422124" y="2694275"/>
            <a:ext cx="1502801" cy="3032450"/>
            <a:chOff x="7364974" y="2694275"/>
            <a:chExt cx="1502801" cy="3032450"/>
          </a:xfrm>
        </p:grpSpPr>
        <p:pic>
          <p:nvPicPr>
            <p:cNvPr id="277" name="Google Shape;277;p30"/>
            <p:cNvPicPr preferRelativeResize="0"/>
            <p:nvPr/>
          </p:nvPicPr>
          <p:blipFill rotWithShape="1">
            <a:blip r:embed="rId4">
              <a:alphaModFix amt="39000"/>
            </a:blip>
            <a:srcRect b="78197" l="0" r="0" t="0"/>
            <a:stretch/>
          </p:blipFill>
          <p:spPr>
            <a:xfrm rot="5400000">
              <a:off x="6281062" y="3997262"/>
              <a:ext cx="2813374" cy="64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0"/>
            <p:cNvPicPr preferRelativeResize="0"/>
            <p:nvPr/>
          </p:nvPicPr>
          <p:blipFill rotWithShape="1">
            <a:blip r:embed="rId4">
              <a:alphaModFix/>
            </a:blip>
            <a:srcRect b="7400" l="2040" r="-2039" t="55998"/>
            <a:stretch/>
          </p:blipFill>
          <p:spPr>
            <a:xfrm rot="5400000">
              <a:off x="6919238" y="3559112"/>
              <a:ext cx="2813374" cy="108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30"/>
          <p:cNvGrpSpPr/>
          <p:nvPr/>
        </p:nvGrpSpPr>
        <p:grpSpPr>
          <a:xfrm>
            <a:off x="3408501" y="149950"/>
            <a:ext cx="4900549" cy="508917"/>
            <a:chOff x="3408501" y="149950"/>
            <a:chExt cx="4900549" cy="508917"/>
          </a:xfrm>
        </p:grpSpPr>
        <p:pic>
          <p:nvPicPr>
            <p:cNvPr id="280" name="Google Shape;280;p30"/>
            <p:cNvPicPr preferRelativeResize="0"/>
            <p:nvPr/>
          </p:nvPicPr>
          <p:blipFill rotWithShape="1">
            <a:blip r:embed="rId5">
              <a:alphaModFix amt="85000"/>
            </a:blip>
            <a:srcRect b="25816" l="0" r="0" t="0"/>
            <a:stretch/>
          </p:blipFill>
          <p:spPr>
            <a:xfrm rot="10800000">
              <a:off x="4323049" y="149950"/>
              <a:ext cx="3986000" cy="459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3408501" y="195934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4" name="Google Shape;28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1" type="subTitle"/>
          </p:nvPr>
        </p:nvSpPr>
        <p:spPr>
          <a:xfrm>
            <a:off x="727625" y="2095550"/>
            <a:ext cx="214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idx="2" type="subTitle"/>
          </p:nvPr>
        </p:nvSpPr>
        <p:spPr>
          <a:xfrm>
            <a:off x="3511913" y="2095550"/>
            <a:ext cx="214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1"/>
          <p:cNvSpPr txBox="1"/>
          <p:nvPr>
            <p:ph idx="3" type="subTitle"/>
          </p:nvPr>
        </p:nvSpPr>
        <p:spPr>
          <a:xfrm>
            <a:off x="6283879" y="2095550"/>
            <a:ext cx="214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1"/>
          <p:cNvSpPr txBox="1"/>
          <p:nvPr>
            <p:ph idx="4" type="subTitle"/>
          </p:nvPr>
        </p:nvSpPr>
        <p:spPr>
          <a:xfrm>
            <a:off x="727620" y="1760150"/>
            <a:ext cx="2147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89" name="Google Shape;289;p31"/>
          <p:cNvSpPr txBox="1"/>
          <p:nvPr>
            <p:ph idx="5" type="subTitle"/>
          </p:nvPr>
        </p:nvSpPr>
        <p:spPr>
          <a:xfrm>
            <a:off x="3511917" y="1760150"/>
            <a:ext cx="2147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0" name="Google Shape;290;p31"/>
          <p:cNvSpPr txBox="1"/>
          <p:nvPr>
            <p:ph idx="6" type="subTitle"/>
          </p:nvPr>
        </p:nvSpPr>
        <p:spPr>
          <a:xfrm>
            <a:off x="6283888" y="1760150"/>
            <a:ext cx="2147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1" name="Google Shape;291;p31"/>
          <p:cNvSpPr txBox="1"/>
          <p:nvPr>
            <p:ph idx="7" type="subTitle"/>
          </p:nvPr>
        </p:nvSpPr>
        <p:spPr>
          <a:xfrm>
            <a:off x="2069380" y="3719125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1"/>
          <p:cNvSpPr txBox="1"/>
          <p:nvPr>
            <p:ph idx="8" type="subTitle"/>
          </p:nvPr>
        </p:nvSpPr>
        <p:spPr>
          <a:xfrm>
            <a:off x="4938030" y="3719125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1"/>
          <p:cNvSpPr txBox="1"/>
          <p:nvPr>
            <p:ph idx="9" type="subTitle"/>
          </p:nvPr>
        </p:nvSpPr>
        <p:spPr>
          <a:xfrm>
            <a:off x="2069380" y="3383725"/>
            <a:ext cx="21489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4" name="Google Shape;294;p31"/>
          <p:cNvSpPr txBox="1"/>
          <p:nvPr>
            <p:ph idx="13" type="subTitle"/>
          </p:nvPr>
        </p:nvSpPr>
        <p:spPr>
          <a:xfrm>
            <a:off x="4938032" y="3383725"/>
            <a:ext cx="21489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95" name="Google Shape;295;p31"/>
          <p:cNvGrpSpPr/>
          <p:nvPr/>
        </p:nvGrpSpPr>
        <p:grpSpPr>
          <a:xfrm>
            <a:off x="-945479" y="-676542"/>
            <a:ext cx="10559456" cy="6388149"/>
            <a:chOff x="-945479" y="-676542"/>
            <a:chExt cx="10559456" cy="6388149"/>
          </a:xfrm>
        </p:grpSpPr>
        <p:pic>
          <p:nvPicPr>
            <p:cNvPr id="296" name="Google Shape;296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8100000">
              <a:off x="-493664" y="3204975"/>
              <a:ext cx="2002322" cy="2107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559161" y="-729037"/>
              <a:ext cx="2002322" cy="21073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8" name="Google Shape;2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466874" y="418021"/>
            <a:ext cx="456876" cy="2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1"/>
          <p:cNvPicPr preferRelativeResize="0"/>
          <p:nvPr/>
        </p:nvPicPr>
        <p:blipFill rotWithShape="1">
          <a:blip r:embed="rId4">
            <a:alphaModFix/>
          </a:blip>
          <a:srcRect b="0" l="12922" r="0" t="0"/>
          <a:stretch/>
        </p:blipFill>
        <p:spPr>
          <a:xfrm>
            <a:off x="179526" y="4512550"/>
            <a:ext cx="2148901" cy="5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" name="Google Shape;30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720000" y="2095563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2"/>
          <p:cNvSpPr txBox="1"/>
          <p:nvPr>
            <p:ph idx="2" type="subTitle"/>
          </p:nvPr>
        </p:nvSpPr>
        <p:spPr>
          <a:xfrm>
            <a:off x="3467622" y="2095563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2"/>
          <p:cNvSpPr txBox="1"/>
          <p:nvPr>
            <p:ph idx="3" type="subTitle"/>
          </p:nvPr>
        </p:nvSpPr>
        <p:spPr>
          <a:xfrm>
            <a:off x="720000" y="37191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2"/>
          <p:cNvSpPr txBox="1"/>
          <p:nvPr>
            <p:ph idx="4" type="subTitle"/>
          </p:nvPr>
        </p:nvSpPr>
        <p:spPr>
          <a:xfrm>
            <a:off x="3467622" y="37191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2"/>
          <p:cNvSpPr txBox="1"/>
          <p:nvPr>
            <p:ph idx="5" type="subTitle"/>
          </p:nvPr>
        </p:nvSpPr>
        <p:spPr>
          <a:xfrm>
            <a:off x="6215244" y="2095563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2"/>
          <p:cNvSpPr txBox="1"/>
          <p:nvPr>
            <p:ph idx="6" type="subTitle"/>
          </p:nvPr>
        </p:nvSpPr>
        <p:spPr>
          <a:xfrm>
            <a:off x="6215244" y="37191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2"/>
          <p:cNvSpPr txBox="1"/>
          <p:nvPr>
            <p:ph idx="7" type="subTitle"/>
          </p:nvPr>
        </p:nvSpPr>
        <p:spPr>
          <a:xfrm>
            <a:off x="720976" y="1760150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10" name="Google Shape;310;p32"/>
          <p:cNvSpPr txBox="1"/>
          <p:nvPr>
            <p:ph idx="8" type="subTitle"/>
          </p:nvPr>
        </p:nvSpPr>
        <p:spPr>
          <a:xfrm>
            <a:off x="3468598" y="1760150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11" name="Google Shape;311;p32"/>
          <p:cNvSpPr txBox="1"/>
          <p:nvPr>
            <p:ph idx="9" type="subTitle"/>
          </p:nvPr>
        </p:nvSpPr>
        <p:spPr>
          <a:xfrm>
            <a:off x="6216220" y="1760150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13" type="subTitle"/>
          </p:nvPr>
        </p:nvSpPr>
        <p:spPr>
          <a:xfrm>
            <a:off x="721001" y="3383725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14" type="subTitle"/>
          </p:nvPr>
        </p:nvSpPr>
        <p:spPr>
          <a:xfrm>
            <a:off x="3468623" y="3383725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5" type="subTitle"/>
          </p:nvPr>
        </p:nvSpPr>
        <p:spPr>
          <a:xfrm>
            <a:off x="6216245" y="3383725"/>
            <a:ext cx="2206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15" name="Google Shape;315;p32"/>
          <p:cNvGrpSpPr/>
          <p:nvPr/>
        </p:nvGrpSpPr>
        <p:grpSpPr>
          <a:xfrm>
            <a:off x="6317000" y="3025549"/>
            <a:ext cx="2639950" cy="2028175"/>
            <a:chOff x="6317000" y="3025549"/>
            <a:chExt cx="2639950" cy="2028175"/>
          </a:xfrm>
        </p:grpSpPr>
        <p:pic>
          <p:nvPicPr>
            <p:cNvPr id="316" name="Google Shape;316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281287" y="3313088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2"/>
            <p:cNvPicPr preferRelativeResize="0"/>
            <p:nvPr/>
          </p:nvPicPr>
          <p:blipFill rotWithShape="1">
            <a:blip r:embed="rId3">
              <a:alphaModFix/>
            </a:blip>
            <a:srcRect b="76478" l="0" r="0" t="0"/>
            <a:stretch/>
          </p:blipFill>
          <p:spPr>
            <a:xfrm>
              <a:off x="6317000" y="4448075"/>
              <a:ext cx="2446675" cy="6056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60224" y="236274"/>
            <a:ext cx="456876" cy="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1" name="Google Shape;321;p33"/>
          <p:cNvSpPr txBox="1"/>
          <p:nvPr>
            <p:ph hasCustomPrompt="1" type="title"/>
          </p:nvPr>
        </p:nvSpPr>
        <p:spPr>
          <a:xfrm>
            <a:off x="804175" y="1316575"/>
            <a:ext cx="3291600" cy="696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33"/>
          <p:cNvSpPr txBox="1"/>
          <p:nvPr>
            <p:ph idx="1" type="subTitle"/>
          </p:nvPr>
        </p:nvSpPr>
        <p:spPr>
          <a:xfrm>
            <a:off x="713225" y="2013175"/>
            <a:ext cx="33825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33"/>
          <p:cNvSpPr txBox="1"/>
          <p:nvPr>
            <p:ph hasCustomPrompt="1" idx="2" type="title"/>
          </p:nvPr>
        </p:nvSpPr>
        <p:spPr>
          <a:xfrm>
            <a:off x="5139225" y="1316575"/>
            <a:ext cx="3291600" cy="696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33"/>
          <p:cNvSpPr txBox="1"/>
          <p:nvPr>
            <p:ph idx="3" type="subTitle"/>
          </p:nvPr>
        </p:nvSpPr>
        <p:spPr>
          <a:xfrm>
            <a:off x="5048275" y="2013272"/>
            <a:ext cx="33825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hasCustomPrompt="1" idx="4" type="title"/>
          </p:nvPr>
        </p:nvSpPr>
        <p:spPr>
          <a:xfrm>
            <a:off x="2971700" y="3093075"/>
            <a:ext cx="3291600" cy="696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33"/>
          <p:cNvSpPr txBox="1"/>
          <p:nvPr>
            <p:ph idx="5" type="subTitle"/>
          </p:nvPr>
        </p:nvSpPr>
        <p:spPr>
          <a:xfrm>
            <a:off x="2880750" y="3789575"/>
            <a:ext cx="33825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33"/>
          <p:cNvGrpSpPr/>
          <p:nvPr/>
        </p:nvGrpSpPr>
        <p:grpSpPr>
          <a:xfrm>
            <a:off x="86054" y="195425"/>
            <a:ext cx="9328220" cy="5671925"/>
            <a:chOff x="86054" y="195425"/>
            <a:chExt cx="9328220" cy="5671925"/>
          </a:xfrm>
        </p:grpSpPr>
        <p:pic>
          <p:nvPicPr>
            <p:cNvPr id="328" name="Google Shape;328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918712" y="195425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9" name="Google Shape;329;p33"/>
            <p:cNvGrpSpPr/>
            <p:nvPr/>
          </p:nvGrpSpPr>
          <p:grpSpPr>
            <a:xfrm>
              <a:off x="86054" y="2749676"/>
              <a:ext cx="9328220" cy="3117675"/>
              <a:chOff x="86054" y="2749676"/>
              <a:chExt cx="9328220" cy="3117675"/>
            </a:xfrm>
          </p:grpSpPr>
          <p:grpSp>
            <p:nvGrpSpPr>
              <p:cNvPr id="330" name="Google Shape;330;p33"/>
              <p:cNvGrpSpPr/>
              <p:nvPr/>
            </p:nvGrpSpPr>
            <p:grpSpPr>
              <a:xfrm>
                <a:off x="86054" y="2749676"/>
                <a:ext cx="783476" cy="2561750"/>
                <a:chOff x="86054" y="2749676"/>
                <a:chExt cx="783476" cy="2561750"/>
              </a:xfrm>
            </p:grpSpPr>
            <p:pic>
              <p:nvPicPr>
                <p:cNvPr id="331" name="Google Shape;331;p3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24216" r="26811" t="59301"/>
                <a:stretch/>
              </p:blipFill>
              <p:spPr>
                <a:xfrm rot="5400000">
                  <a:off x="-360384" y="4081512"/>
                  <a:ext cx="1676350" cy="7834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2" name="Google Shape;332;p33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 rot="5400000">
                  <a:off x="-712699" y="3752096"/>
                  <a:ext cx="2467774" cy="46293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33" name="Google Shape;333;p3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3600003">
                <a:off x="7328409" y="3752730"/>
                <a:ext cx="1729979" cy="18206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34" name="Google Shape;334;p33"/>
          <p:cNvGrpSpPr/>
          <p:nvPr/>
        </p:nvGrpSpPr>
        <p:grpSpPr>
          <a:xfrm>
            <a:off x="181750" y="150996"/>
            <a:ext cx="8222662" cy="5002330"/>
            <a:chOff x="181750" y="150996"/>
            <a:chExt cx="8222662" cy="5002330"/>
          </a:xfrm>
        </p:grpSpPr>
        <p:grpSp>
          <p:nvGrpSpPr>
            <p:cNvPr id="335" name="Google Shape;335;p33"/>
            <p:cNvGrpSpPr/>
            <p:nvPr/>
          </p:nvGrpSpPr>
          <p:grpSpPr>
            <a:xfrm>
              <a:off x="3429074" y="150996"/>
              <a:ext cx="4975339" cy="648905"/>
              <a:chOff x="3429074" y="150996"/>
              <a:chExt cx="4975339" cy="648905"/>
            </a:xfrm>
          </p:grpSpPr>
          <p:pic>
            <p:nvPicPr>
              <p:cNvPr id="336" name="Google Shape;336;p33"/>
              <p:cNvPicPr preferRelativeResize="0"/>
              <p:nvPr/>
            </p:nvPicPr>
            <p:blipFill rotWithShape="1">
              <a:blip r:embed="rId6">
                <a:alphaModFix/>
              </a:blip>
              <a:srcRect b="20464" l="0" r="0" t="0"/>
              <a:stretch/>
            </p:blipFill>
            <p:spPr>
              <a:xfrm rot="10800000">
                <a:off x="5074637" y="151226"/>
                <a:ext cx="3329775" cy="648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7" name="Google Shape;337;p33"/>
              <p:cNvPicPr preferRelativeResize="0"/>
              <p:nvPr/>
            </p:nvPicPr>
            <p:blipFill rotWithShape="1">
              <a:blip r:embed="rId7">
                <a:alphaModFix/>
              </a:blip>
              <a:srcRect b="28274" l="-6100" r="0" t="0"/>
              <a:stretch/>
            </p:blipFill>
            <p:spPr>
              <a:xfrm rot="10800000">
                <a:off x="3429074" y="150996"/>
                <a:ext cx="2824351" cy="4433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8" name="Google Shape;338;p33"/>
            <p:cNvGrpSpPr/>
            <p:nvPr/>
          </p:nvGrpSpPr>
          <p:grpSpPr>
            <a:xfrm>
              <a:off x="181750" y="4424875"/>
              <a:ext cx="4527701" cy="728450"/>
              <a:chOff x="181750" y="4424875"/>
              <a:chExt cx="4527701" cy="728450"/>
            </a:xfrm>
          </p:grpSpPr>
          <p:pic>
            <p:nvPicPr>
              <p:cNvPr id="339" name="Google Shape;339;p33"/>
              <p:cNvPicPr preferRelativeResize="0"/>
              <p:nvPr/>
            </p:nvPicPr>
            <p:blipFill rotWithShape="1">
              <a:blip r:embed="rId7">
                <a:alphaModFix/>
              </a:blip>
              <a:srcRect b="0" l="17239" r="0" t="0"/>
              <a:stretch/>
            </p:blipFill>
            <p:spPr>
              <a:xfrm>
                <a:off x="181750" y="4580400"/>
                <a:ext cx="2042275" cy="57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" name="Google Shape;340;p33"/>
              <p:cNvPicPr preferRelativeResize="0"/>
              <p:nvPr/>
            </p:nvPicPr>
            <p:blipFill rotWithShape="1">
              <a:blip r:embed="rId6">
                <a:alphaModFix/>
              </a:blip>
              <a:srcRect b="20464" l="0" r="0" t="0"/>
              <a:stretch/>
            </p:blipFill>
            <p:spPr>
              <a:xfrm>
                <a:off x="970175" y="4424875"/>
                <a:ext cx="3739276" cy="7284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34"/>
          <p:cNvSpPr txBox="1"/>
          <p:nvPr>
            <p:ph type="title"/>
          </p:nvPr>
        </p:nvSpPr>
        <p:spPr>
          <a:xfrm>
            <a:off x="859125" y="1292000"/>
            <a:ext cx="30006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4" name="Google Shape;344;p34"/>
          <p:cNvSpPr txBox="1"/>
          <p:nvPr>
            <p:ph idx="1" type="subTitle"/>
          </p:nvPr>
        </p:nvSpPr>
        <p:spPr>
          <a:xfrm>
            <a:off x="859100" y="2279275"/>
            <a:ext cx="3000600" cy="11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5" name="Google Shape;345;p34"/>
          <p:cNvGrpSpPr/>
          <p:nvPr/>
        </p:nvGrpSpPr>
        <p:grpSpPr>
          <a:xfrm>
            <a:off x="-152400" y="147737"/>
            <a:ext cx="1816700" cy="4043263"/>
            <a:chOff x="-152400" y="147737"/>
            <a:chExt cx="1816700" cy="4043263"/>
          </a:xfrm>
        </p:grpSpPr>
        <p:pic>
          <p:nvPicPr>
            <p:cNvPr id="346" name="Google Shape;346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-11363" y="435275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4"/>
            <p:cNvSpPr/>
            <p:nvPr/>
          </p:nvSpPr>
          <p:spPr>
            <a:xfrm>
              <a:off x="-152400" y="624850"/>
              <a:ext cx="592450" cy="3566150"/>
            </a:xfrm>
            <a:custGeom>
              <a:rect b="b" l="l" r="r" t="t"/>
              <a:pathLst>
                <a:path extrusionOk="0" h="142646" w="23698">
                  <a:moveTo>
                    <a:pt x="0" y="0"/>
                  </a:moveTo>
                  <a:lnTo>
                    <a:pt x="20422" y="19202"/>
                  </a:lnTo>
                  <a:lnTo>
                    <a:pt x="20422" y="29260"/>
                  </a:lnTo>
                  <a:lnTo>
                    <a:pt x="15392" y="34289"/>
                  </a:lnTo>
                  <a:lnTo>
                    <a:pt x="15392" y="74066"/>
                  </a:lnTo>
                  <a:lnTo>
                    <a:pt x="23698" y="82372"/>
                  </a:lnTo>
                  <a:lnTo>
                    <a:pt x="23698" y="142646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sp>
      </p:grpSp>
      <p:pic>
        <p:nvPicPr>
          <p:cNvPr id="348" name="Google Shape;3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599996">
            <a:off x="7091874" y="3272324"/>
            <a:ext cx="2124548" cy="22359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4438375" y="2254650"/>
            <a:ext cx="3992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Diese Präsentationsvorlage wurde von </a:t>
            </a:r>
            <a:r>
              <a:rPr b="1"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erstellt, inklusive Icons von </a:t>
            </a:r>
            <a:r>
              <a:rPr b="1"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und Infografiken &amp; Bildern von </a:t>
            </a:r>
            <a:r>
              <a:rPr b="1"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 </a:t>
            </a:r>
            <a:endParaRPr b="1"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fmla="val 448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rect b="b" l="l" r="r" t="t"/>
                <a:pathLst>
                  <a:path extrusionOk="0" h="142595" w="14545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rect b="b" l="l" r="r" t="t"/>
                <a:pathLst>
                  <a:path extrusionOk="0" h="123444" w="8141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rect b="b" l="l" r="r" t="t"/>
                <a:pathLst>
                  <a:path extrusionOk="0" h="6578" w="343026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rect b="b" l="l" r="r" t="t"/>
                <a:pathLst>
                  <a:path extrusionOk="0" h="142595" w="14545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rect b="b" l="l" r="r" t="t"/>
                <a:pathLst>
                  <a:path extrusionOk="0" h="123444" w="8141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rect b="b" l="l" r="r" t="t"/>
                <a:pathLst>
                  <a:path extrusionOk="0" h="6578" w="343026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6290" l="0" r="0" t="58031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23295" r="0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6290" l="0" r="0" t="58031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23295" r="0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b="1" sz="2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7"/>
          <p:cNvPicPr preferRelativeResize="0"/>
          <p:nvPr/>
        </p:nvPicPr>
        <p:blipFill rotWithShape="1">
          <a:blip r:embed="rId3">
            <a:alphaModFix/>
          </a:blip>
          <a:srcRect b="9502" l="2123" r="0" t="0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 rotWithShape="1">
          <a:blip r:embed="rId4">
            <a:alphaModFix/>
          </a:blip>
          <a:srcRect b="2954" l="0" r="5042" t="19097"/>
          <a:stretch/>
        </p:blipFill>
        <p:spPr>
          <a:xfrm>
            <a:off x="2396525" y="3055175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>
            <p:ph type="ctrTitle"/>
          </p:nvPr>
        </p:nvSpPr>
        <p:spPr>
          <a:xfrm>
            <a:off x="366375" y="709275"/>
            <a:ext cx="8208600" cy="21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100"/>
              <a:t>Sistema de Moeda Estudantil</a:t>
            </a:r>
            <a:endParaRPr sz="4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100">
                <a:solidFill>
                  <a:schemeClr val="accent2"/>
                </a:solidFill>
              </a:rPr>
              <a:t>Gerência de Configuração</a:t>
            </a:r>
            <a:endParaRPr sz="4100">
              <a:solidFill>
                <a:schemeClr val="accent2"/>
              </a:solidFill>
            </a:endParaRPr>
          </a:p>
        </p:txBody>
      </p:sp>
      <p:sp>
        <p:nvSpPr>
          <p:cNvPr id="388" name="Google Shape;388;p37"/>
          <p:cNvSpPr txBox="1"/>
          <p:nvPr>
            <p:ph idx="1" type="subTitle"/>
          </p:nvPr>
        </p:nvSpPr>
        <p:spPr>
          <a:xfrm>
            <a:off x="4419350" y="3187100"/>
            <a:ext cx="3885300" cy="15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Ana Flávia de Carvalho Santos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Júlia Moreira Nascimento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Lorrayne Marayze Silva de Oliveira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Pedro Henrique Pires Rodrigues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Pedro Henrique de Almeida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 txBox="1"/>
          <p:nvPr>
            <p:ph type="title"/>
          </p:nvPr>
        </p:nvSpPr>
        <p:spPr>
          <a:xfrm>
            <a:off x="1025123" y="206025"/>
            <a:ext cx="58314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Objetivo do Trabalho</a:t>
            </a:r>
            <a:endParaRPr sz="3300">
              <a:solidFill>
                <a:schemeClr val="accent3"/>
              </a:solidFill>
            </a:endParaRPr>
          </a:p>
        </p:txBody>
      </p:sp>
      <p:sp>
        <p:nvSpPr>
          <p:cNvPr id="394" name="Google Shape;394;p38"/>
          <p:cNvSpPr txBox="1"/>
          <p:nvPr>
            <p:ph idx="1" type="subTitle"/>
          </p:nvPr>
        </p:nvSpPr>
        <p:spPr>
          <a:xfrm>
            <a:off x="874850" y="1253025"/>
            <a:ext cx="73248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Criar um Plano de Gerenciamento de Configuração (PGC)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Implementar testes automatizados: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Unidade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Integração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Aceitação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Configurar pipeline CI/CD com: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Build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Execução de testes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Empacotamento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Deploy (Docker)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Aplicar práticas de DevOps e Integração Contínua</a:t>
            </a:r>
            <a:endParaRPr sz="1800"/>
          </a:p>
        </p:txBody>
      </p:sp>
      <p:grpSp>
        <p:nvGrpSpPr>
          <p:cNvPr id="395" name="Google Shape;395;p38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396" name="Google Shape;396;p3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3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/>
          <p:nvPr>
            <p:ph type="title"/>
          </p:nvPr>
        </p:nvSpPr>
        <p:spPr>
          <a:xfrm>
            <a:off x="1025123" y="206025"/>
            <a:ext cx="58314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Tecnologias Utilizadas</a:t>
            </a:r>
            <a:endParaRPr sz="3300">
              <a:solidFill>
                <a:schemeClr val="accent3"/>
              </a:solidFill>
            </a:endParaRPr>
          </a:p>
        </p:txBody>
      </p:sp>
      <p:sp>
        <p:nvSpPr>
          <p:cNvPr id="403" name="Google Shape;403;p39"/>
          <p:cNvSpPr txBox="1"/>
          <p:nvPr>
            <p:ph idx="1" type="subTitle"/>
          </p:nvPr>
        </p:nvSpPr>
        <p:spPr>
          <a:xfrm>
            <a:off x="1115950" y="1253025"/>
            <a:ext cx="36279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Backend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Spring Boot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Maven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JDK 17 (Eclipse Temurin)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Frontend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React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TypeScript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04" name="Google Shape;404;p39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05" name="Google Shape;405;p3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3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4858775" y="1253025"/>
            <a:ext cx="30195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Infra e DevOps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Git + GitHub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CircleCI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Docker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MySQL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1025125" y="20602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Funcionamento Geral </a:t>
            </a:r>
            <a:endParaRPr sz="3300">
              <a:solidFill>
                <a:schemeClr val="accent3"/>
              </a:solidFill>
            </a:endParaRPr>
          </a:p>
        </p:txBody>
      </p:sp>
      <p:sp>
        <p:nvSpPr>
          <p:cNvPr id="413" name="Google Shape;413;p40"/>
          <p:cNvSpPr txBox="1"/>
          <p:nvPr>
            <p:ph idx="1" type="subTitle"/>
          </p:nvPr>
        </p:nvSpPr>
        <p:spPr>
          <a:xfrm>
            <a:off x="1115950" y="1253025"/>
            <a:ext cx="6808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O SyncCoin é um sistema de moeda estudantil usado para registrar e distribuir moedas entre alunos</a:t>
            </a:r>
            <a:r>
              <a:rPr lang="de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O frontend (React + TypeScript) envia requisições para a API.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O backend (Spring Boot) trata regras de negócio e acessa o banco.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O banco de dados MySQL armazena usuários, transações e saldos.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 aplicação é empacotada em containers Docker para facilitar execução e deploy.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14" name="Google Shape;414;p40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15" name="Google Shape;415;p4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4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 txBox="1"/>
          <p:nvPr>
            <p:ph type="title"/>
          </p:nvPr>
        </p:nvSpPr>
        <p:spPr>
          <a:xfrm>
            <a:off x="1025125" y="20602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Escopo PGC</a:t>
            </a:r>
            <a:endParaRPr sz="3300">
              <a:solidFill>
                <a:schemeClr val="accent3"/>
              </a:solidFill>
            </a:endParaRPr>
          </a:p>
        </p:txBody>
      </p:sp>
      <p:sp>
        <p:nvSpPr>
          <p:cNvPr id="422" name="Google Shape;422;p41"/>
          <p:cNvSpPr txBox="1"/>
          <p:nvPr>
            <p:ph idx="1" type="subTitle"/>
          </p:nvPr>
        </p:nvSpPr>
        <p:spPr>
          <a:xfrm>
            <a:off x="1115950" y="1253025"/>
            <a:ext cx="6808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Código-fonte do backend (Spring Boot) e frontend (React).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Documentação do projeto: requisitos, visão, arquitetura, testes.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Scripts e estrutura do banco de dados.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Arquivos de configuração e ambiente Docker.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Artefatos de build, releases e empacotamento.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Processos de controle de mudança (Issues + Pull Requests).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 sz="1800"/>
              <a:t>Aplica-se a todos os membros do projeto.</a:t>
            </a:r>
            <a:br>
              <a:rPr lang="de" sz="1800"/>
            </a:br>
            <a:endParaRPr sz="1800"/>
          </a:p>
        </p:txBody>
      </p:sp>
      <p:grpSp>
        <p:nvGrpSpPr>
          <p:cNvPr id="423" name="Google Shape;423;p41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24" name="Google Shape;424;p4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4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25125" y="20602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Responsabilidades</a:t>
            </a:r>
            <a:endParaRPr sz="3300">
              <a:solidFill>
                <a:schemeClr val="accent3"/>
              </a:solidFill>
            </a:endParaRPr>
          </a:p>
        </p:txBody>
      </p:sp>
      <p:sp>
        <p:nvSpPr>
          <p:cNvPr id="431" name="Google Shape;431;p42"/>
          <p:cNvSpPr txBox="1"/>
          <p:nvPr>
            <p:ph idx="1" type="subTitle"/>
          </p:nvPr>
        </p:nvSpPr>
        <p:spPr>
          <a:xfrm>
            <a:off x="1115950" y="1253025"/>
            <a:ext cx="6808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/>
              <a:t>Gerente de Projeto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Aprova baselines.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Autoriza mudanças de escopo.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Acompanha cronograma.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/>
              <a:t>Gerente de Configuração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Administra o </a:t>
            </a:r>
            <a:r>
              <a:rPr lang="de" sz="1800"/>
              <a:t>r</a:t>
            </a:r>
            <a:r>
              <a:rPr lang="de" sz="1800"/>
              <a:t>epositório GitHub.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Define branches, releases e backups.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Garante organização e versionamento.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32" name="Google Shape;432;p42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33" name="Google Shape;433;p4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4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5" name="Google Shape;435;p42"/>
          <p:cNvSpPr txBox="1"/>
          <p:nvPr>
            <p:ph idx="1" type="subTitle"/>
          </p:nvPr>
        </p:nvSpPr>
        <p:spPr>
          <a:xfrm>
            <a:off x="6032975" y="1569900"/>
            <a:ext cx="6808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/>
              <a:t>Desenvolvedores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/>
              <a:t>Realizam commits corretos.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/>
              <a:t>Criam Pull Requests.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800"/>
              <a:t>Resolvem conflitos e implementam mudanças.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3"/>
          <p:cNvSpPr txBox="1"/>
          <p:nvPr>
            <p:ph type="title"/>
          </p:nvPr>
        </p:nvSpPr>
        <p:spPr>
          <a:xfrm>
            <a:off x="1025125" y="20602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Responsabilidades</a:t>
            </a:r>
            <a:endParaRPr sz="3300">
              <a:solidFill>
                <a:schemeClr val="accent3"/>
              </a:solidFill>
            </a:endParaRPr>
          </a:p>
        </p:txBody>
      </p:sp>
      <p:grpSp>
        <p:nvGrpSpPr>
          <p:cNvPr id="441" name="Google Shape;441;p43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2" name="Google Shape;442;p4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4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4" name="Google Shape;444;p43"/>
          <p:cNvSpPr txBox="1"/>
          <p:nvPr>
            <p:ph idx="1" type="subTitle"/>
          </p:nvPr>
        </p:nvSpPr>
        <p:spPr>
          <a:xfrm>
            <a:off x="1119100" y="1168075"/>
            <a:ext cx="6808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/>
              <a:t>Desenvolvedores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Realizam commits corretos.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Criam Pull Requests.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Resolvem conflitos e implementam mudanças.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>
            <p:ph type="title"/>
          </p:nvPr>
        </p:nvSpPr>
        <p:spPr>
          <a:xfrm>
            <a:off x="1036600" y="52747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Identificação da </a:t>
            </a:r>
            <a:br>
              <a:rPr lang="de" sz="3300">
                <a:solidFill>
                  <a:schemeClr val="accent3"/>
                </a:solidFill>
              </a:rPr>
            </a:br>
            <a:r>
              <a:rPr lang="de" sz="3300">
                <a:solidFill>
                  <a:schemeClr val="accent3"/>
                </a:solidFill>
              </a:rPr>
              <a:t>Configuração</a:t>
            </a:r>
            <a:endParaRPr sz="3300">
              <a:solidFill>
                <a:schemeClr val="accent3"/>
              </a:solidFill>
            </a:endParaRPr>
          </a:p>
        </p:txBody>
      </p:sp>
      <p:grpSp>
        <p:nvGrpSpPr>
          <p:cNvPr id="450" name="Google Shape;450;p44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51" name="Google Shape;451;p44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44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3" name="Google Shape;453;p44"/>
          <p:cNvSpPr txBox="1"/>
          <p:nvPr>
            <p:ph idx="1" type="subTitle"/>
          </p:nvPr>
        </p:nvSpPr>
        <p:spPr>
          <a:xfrm>
            <a:off x="1036600" y="1627300"/>
            <a:ext cx="6808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Itens de configuração divididos por módulos:</a:t>
            </a:r>
            <a:endParaRPr sz="1800"/>
          </a:p>
          <a:p>
            <a: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backend, frontend, banco, documentação, scripts.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Versionamento semântico: MAJOR.MINOR.PATCH (ex: v1.0.0).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Artefatos: código, imagens Docker, pacotes Maven.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Uso de tags para marcar baselines (v0.1.0, v0.5.0, v0.8.0, v1.0.0).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Estrutura padronizada de diretórios.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type="title"/>
          </p:nvPr>
        </p:nvSpPr>
        <p:spPr>
          <a:xfrm>
            <a:off x="1036600" y="52747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Tarefas do RUP Adaptadas ao Projeto</a:t>
            </a:r>
            <a:endParaRPr sz="3300">
              <a:solidFill>
                <a:schemeClr val="accent3"/>
              </a:solidFill>
            </a:endParaRPr>
          </a:p>
        </p:txBody>
      </p:sp>
      <p:grpSp>
        <p:nvGrpSpPr>
          <p:cNvPr id="459" name="Google Shape;459;p45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60" name="Google Shape;460;p45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45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2" name="Google Shape;462;p45"/>
          <p:cNvSpPr txBox="1"/>
          <p:nvPr>
            <p:ph idx="1" type="subTitle"/>
          </p:nvPr>
        </p:nvSpPr>
        <p:spPr>
          <a:xfrm>
            <a:off x="1036600" y="1627300"/>
            <a:ext cx="6808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Configurar Ambiente CM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Definição do repositório, .gitignore e proteção da main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Estruturar Modelo de Implementação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Diretórios organizados: </a:t>
            </a:r>
            <a:r>
              <a:rPr lang="de" sz="1800">
                <a:latin typeface="IBM Plex Mono"/>
                <a:ea typeface="IBM Plex Mono"/>
                <a:cs typeface="IBM Plex Mono"/>
                <a:sym typeface="IBM Plex Mono"/>
              </a:rPr>
              <a:t>/src</a:t>
            </a:r>
            <a:r>
              <a:rPr lang="de" sz="1800"/>
              <a:t>, </a:t>
            </a:r>
            <a:r>
              <a:rPr lang="de" sz="1800">
                <a:latin typeface="IBM Plex Mono"/>
                <a:ea typeface="IBM Plex Mono"/>
                <a:cs typeface="IBM Plex Mono"/>
                <a:sym typeface="IBM Plex Mono"/>
              </a:rPr>
              <a:t>/docs</a:t>
            </a:r>
            <a:r>
              <a:rPr lang="de" sz="1800"/>
              <a:t>, </a:t>
            </a:r>
            <a:r>
              <a:rPr lang="de" sz="1800">
                <a:latin typeface="IBM Plex Mono"/>
                <a:ea typeface="IBM Plex Mono"/>
                <a:cs typeface="IBM Plex Mono"/>
                <a:sym typeface="IBM Plex Mono"/>
              </a:rPr>
              <a:t>/db</a:t>
            </a:r>
            <a:r>
              <a:rPr lang="de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Espaço de Trabalho de Integração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Branch main =&gt; integração contínua.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sz="1800"/>
              <a:t>Espaços de Trabalho de Desenvolvimento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Branches feature: </a:t>
            </a:r>
            <a:r>
              <a:rPr lang="de" sz="1800">
                <a:latin typeface="IBM Plex Mono"/>
                <a:ea typeface="IBM Plex Mono"/>
                <a:cs typeface="IBM Plex Mono"/>
                <a:sym typeface="IBM Plex Mono"/>
              </a:rPr>
              <a:t>feature/nova-funcionalidade</a:t>
            </a:r>
            <a:r>
              <a:rPr lang="de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 txBox="1"/>
          <p:nvPr>
            <p:ph type="title"/>
          </p:nvPr>
        </p:nvSpPr>
        <p:spPr>
          <a:xfrm>
            <a:off x="1036600" y="527475"/>
            <a:ext cx="7920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300">
                <a:solidFill>
                  <a:schemeClr val="accent3"/>
                </a:solidFill>
              </a:rPr>
              <a:t>Fluxo de Controle </a:t>
            </a:r>
            <a:br>
              <a:rPr lang="de" sz="3300">
                <a:solidFill>
                  <a:schemeClr val="accent3"/>
                </a:solidFill>
              </a:rPr>
            </a:br>
            <a:r>
              <a:rPr lang="de" sz="3300">
                <a:solidFill>
                  <a:schemeClr val="accent3"/>
                </a:solidFill>
              </a:rPr>
              <a:t>de Mudanças</a:t>
            </a:r>
            <a:endParaRPr sz="3300">
              <a:solidFill>
                <a:schemeClr val="accent3"/>
              </a:solidFill>
            </a:endParaRPr>
          </a:p>
        </p:txBody>
      </p:sp>
      <p:grpSp>
        <p:nvGrpSpPr>
          <p:cNvPr id="468" name="Google Shape;468;p46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69" name="Google Shape;469;p46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6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6"/>
          <p:cNvSpPr txBox="1"/>
          <p:nvPr>
            <p:ph idx="1" type="subTitle"/>
          </p:nvPr>
        </p:nvSpPr>
        <p:spPr>
          <a:xfrm>
            <a:off x="1036600" y="1627300"/>
            <a:ext cx="6808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Uma mudança começa como Issue no GitHub.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Implementação ocorre em uma branch separada.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Pull Request enviado com descrição e evidências.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CircleCI executa build + testes automaticamente.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Após aprovação, o PR é integrado na main.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de" sz="1800"/>
              <a:t>Baselines são criadas via Tags.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Funcionamento</a:t>
            </a:r>
            <a:endParaRPr/>
          </a:p>
        </p:txBody>
      </p:sp>
      <p:grpSp>
        <p:nvGrpSpPr>
          <p:cNvPr id="477" name="Google Shape;477;p47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78" name="Google Shape;478;p47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47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0" name="Google Shape;4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825" y="1643975"/>
            <a:ext cx="5952749" cy="27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Github Integration</a:t>
            </a:r>
            <a:endParaRPr sz="3800"/>
          </a:p>
        </p:txBody>
      </p:sp>
      <p:grpSp>
        <p:nvGrpSpPr>
          <p:cNvPr id="486" name="Google Shape;486;p48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87" name="Google Shape;487;p4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4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9" name="Google Shape;48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2475" y="1781575"/>
            <a:ext cx="6350924" cy="17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Github Integration</a:t>
            </a:r>
            <a:endParaRPr sz="3800"/>
          </a:p>
        </p:txBody>
      </p:sp>
      <p:grpSp>
        <p:nvGrpSpPr>
          <p:cNvPr id="495" name="Google Shape;495;p49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96" name="Google Shape;496;p4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4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8" name="Google Shape;49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75" y="1575400"/>
            <a:ext cx="5702875" cy="28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Circle CI</a:t>
            </a:r>
            <a:endParaRPr sz="3800"/>
          </a:p>
        </p:txBody>
      </p:sp>
      <p:grpSp>
        <p:nvGrpSpPr>
          <p:cNvPr id="504" name="Google Shape;504;p50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05" name="Google Shape;505;p5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5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7" name="Google Shape;50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703" y="1323400"/>
            <a:ext cx="6861000" cy="329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1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Github Integration</a:t>
            </a:r>
            <a:endParaRPr sz="3800"/>
          </a:p>
        </p:txBody>
      </p:sp>
      <p:grpSp>
        <p:nvGrpSpPr>
          <p:cNvPr id="513" name="Google Shape;513;p51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14" name="Google Shape;514;p5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5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6" name="Google Shape;51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9100" y="1425025"/>
            <a:ext cx="5342201" cy="321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Config:</a:t>
            </a:r>
            <a:endParaRPr/>
          </a:p>
        </p:txBody>
      </p:sp>
      <p:grpSp>
        <p:nvGrpSpPr>
          <p:cNvPr id="522" name="Google Shape;522;p52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23" name="Google Shape;523;p5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5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25" name="Google Shape;52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275" y="1246225"/>
            <a:ext cx="2239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7225" y="1246225"/>
            <a:ext cx="2502134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1072874" y="199225"/>
            <a:ext cx="55206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Config:build</a:t>
            </a:r>
            <a:endParaRPr/>
          </a:p>
        </p:txBody>
      </p:sp>
      <p:grpSp>
        <p:nvGrpSpPr>
          <p:cNvPr id="532" name="Google Shape;532;p53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33" name="Google Shape;533;p5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5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5" name="Google Shape;53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25" y="1111975"/>
            <a:ext cx="2907850" cy="37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type="title"/>
          </p:nvPr>
        </p:nvSpPr>
        <p:spPr>
          <a:xfrm>
            <a:off x="1072875" y="199225"/>
            <a:ext cx="66969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Config:unit-tests</a:t>
            </a:r>
            <a:endParaRPr/>
          </a:p>
        </p:txBody>
      </p:sp>
      <p:grpSp>
        <p:nvGrpSpPr>
          <p:cNvPr id="541" name="Google Shape;541;p54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42" name="Google Shape;542;p54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54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4" name="Google Shape;544;p54"/>
          <p:cNvPicPr preferRelativeResize="0"/>
          <p:nvPr/>
        </p:nvPicPr>
        <p:blipFill rotWithShape="1">
          <a:blip r:embed="rId4">
            <a:alphaModFix/>
          </a:blip>
          <a:srcRect b="0" l="-2910" r="2909" t="0"/>
          <a:stretch/>
        </p:blipFill>
        <p:spPr>
          <a:xfrm>
            <a:off x="1981175" y="1126200"/>
            <a:ext cx="4683575" cy="36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5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Config:integration-tests</a:t>
            </a:r>
            <a:endParaRPr sz="3800"/>
          </a:p>
        </p:txBody>
      </p:sp>
      <p:grpSp>
        <p:nvGrpSpPr>
          <p:cNvPr id="550" name="Google Shape;550;p55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51" name="Google Shape;551;p55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55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3" name="Google Shape;5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7175" y="1246225"/>
            <a:ext cx="4758249" cy="35745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5"/>
          <p:cNvSpPr txBox="1"/>
          <p:nvPr/>
        </p:nvSpPr>
        <p:spPr>
          <a:xfrm>
            <a:off x="2101025" y="222732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6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Config:acceptance-tests</a:t>
            </a:r>
            <a:endParaRPr sz="3800"/>
          </a:p>
        </p:txBody>
      </p:sp>
      <p:grpSp>
        <p:nvGrpSpPr>
          <p:cNvPr id="560" name="Google Shape;560;p56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61" name="Google Shape;561;p56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6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3" name="Google Shape;56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125" y="1246225"/>
            <a:ext cx="4202651" cy="353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Config:</a:t>
            </a:r>
            <a:r>
              <a:rPr lang="de" sz="3600"/>
              <a:t>build-docker-image</a:t>
            </a:r>
            <a:endParaRPr sz="3600"/>
          </a:p>
        </p:txBody>
      </p:sp>
      <p:grpSp>
        <p:nvGrpSpPr>
          <p:cNvPr id="569" name="Google Shape;569;p57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70" name="Google Shape;570;p57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57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2" name="Google Shape;57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775" y="1193800"/>
            <a:ext cx="4746926" cy="35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8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Config:deploy</a:t>
            </a:r>
            <a:endParaRPr sz="3600"/>
          </a:p>
        </p:txBody>
      </p:sp>
      <p:grpSp>
        <p:nvGrpSpPr>
          <p:cNvPr id="578" name="Google Shape;578;p58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79" name="Google Shape;579;p5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58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1" name="Google Shape;58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5475" y="1246225"/>
            <a:ext cx="3574000" cy="358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9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CircleCI: Sucesso</a:t>
            </a:r>
            <a:endParaRPr sz="3600"/>
          </a:p>
        </p:txBody>
      </p:sp>
      <p:grpSp>
        <p:nvGrpSpPr>
          <p:cNvPr id="587" name="Google Shape;587;p59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88" name="Google Shape;588;p5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59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0" name="Google Shape;59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888" y="1293975"/>
            <a:ext cx="7008675" cy="33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0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CircleCI: Falha</a:t>
            </a:r>
            <a:endParaRPr sz="3600"/>
          </a:p>
        </p:txBody>
      </p:sp>
      <p:grpSp>
        <p:nvGrpSpPr>
          <p:cNvPr id="596" name="Google Shape;596;p60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597" name="Google Shape;597;p6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60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9" name="Google Shape;59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2000" y="1918472"/>
            <a:ext cx="6487350" cy="14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1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CircleCI: Teste quebrado</a:t>
            </a:r>
            <a:endParaRPr sz="3600"/>
          </a:p>
        </p:txBody>
      </p:sp>
      <p:grpSp>
        <p:nvGrpSpPr>
          <p:cNvPr id="605" name="Google Shape;605;p61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606" name="Google Shape;606;p6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61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8" name="Google Shape;60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375" y="1205400"/>
            <a:ext cx="6040798" cy="35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2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Github</a:t>
            </a:r>
            <a:r>
              <a:rPr lang="de" sz="3600"/>
              <a:t>: Teste quebrado</a:t>
            </a:r>
            <a:endParaRPr sz="3600"/>
          </a:p>
        </p:txBody>
      </p:sp>
      <p:grpSp>
        <p:nvGrpSpPr>
          <p:cNvPr id="614" name="Google Shape;614;p62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615" name="Google Shape;615;p6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6" name="Google Shape;616;p62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7" name="Google Shape;61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974" y="1726776"/>
            <a:ext cx="6779951" cy="19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2"/>
          <p:cNvSpPr txBox="1"/>
          <p:nvPr/>
        </p:nvSpPr>
        <p:spPr>
          <a:xfrm>
            <a:off x="2631450" y="4332950"/>
            <a:ext cx="65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/>
          <p:nvPr>
            <p:ph type="title"/>
          </p:nvPr>
        </p:nvSpPr>
        <p:spPr>
          <a:xfrm>
            <a:off x="1072875" y="199225"/>
            <a:ext cx="7160700" cy="10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/>
              <a:t>DockerHub</a:t>
            </a:r>
            <a:endParaRPr sz="3600"/>
          </a:p>
        </p:txBody>
      </p:sp>
      <p:grpSp>
        <p:nvGrpSpPr>
          <p:cNvPr id="624" name="Google Shape;624;p63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625" name="Google Shape;625;p6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63"/>
            <p:cNvPicPr preferRelativeResize="0"/>
            <p:nvPr/>
          </p:nvPicPr>
          <p:blipFill rotWithShape="1">
            <a:blip r:embed="rId3">
              <a:alphaModFix/>
            </a:blip>
            <a:srcRect b="-1399" l="0" r="83035" t="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7" name="Google Shape;627;p63"/>
          <p:cNvSpPr txBox="1"/>
          <p:nvPr/>
        </p:nvSpPr>
        <p:spPr>
          <a:xfrm>
            <a:off x="2631450" y="4332950"/>
            <a:ext cx="65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28" name="Google Shape;62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875" y="1810675"/>
            <a:ext cx="7101300" cy="18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"/>
          <p:cNvSpPr txBox="1"/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6600"/>
              <a:t>Obrigado!</a:t>
            </a:r>
            <a:endParaRPr sz="6600"/>
          </a:p>
        </p:txBody>
      </p:sp>
      <p:grpSp>
        <p:nvGrpSpPr>
          <p:cNvPr id="634" name="Google Shape;634;p64"/>
          <p:cNvGrpSpPr/>
          <p:nvPr/>
        </p:nvGrpSpPr>
        <p:grpSpPr>
          <a:xfrm>
            <a:off x="-9533" y="-7"/>
            <a:ext cx="2400327" cy="4724750"/>
            <a:chOff x="177793" y="152400"/>
            <a:chExt cx="2292357" cy="4512224"/>
          </a:xfrm>
        </p:grpSpPr>
        <p:pic>
          <p:nvPicPr>
            <p:cNvPr id="635" name="Google Shape;635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668274" y="30429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6" name="Google Shape;636;p64"/>
            <p:cNvPicPr preferRelativeResize="0"/>
            <p:nvPr/>
          </p:nvPicPr>
          <p:blipFill rotWithShape="1">
            <a:blip r:embed="rId4">
              <a:alphaModFix/>
            </a:blip>
            <a:srcRect b="6182" l="50000" r="0" t="0"/>
            <a:stretch/>
          </p:blipFill>
          <p:spPr>
            <a:xfrm rot="5400000">
              <a:off x="109262" y="220938"/>
              <a:ext cx="2429426" cy="229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7" name="Google Shape;637;p64"/>
          <p:cNvGrpSpPr/>
          <p:nvPr/>
        </p:nvGrpSpPr>
        <p:grpSpPr>
          <a:xfrm>
            <a:off x="6528101" y="407029"/>
            <a:ext cx="2854722" cy="5057501"/>
            <a:chOff x="6456869" y="482600"/>
            <a:chExt cx="2726313" cy="4830008"/>
          </a:xfrm>
        </p:grpSpPr>
        <p:grpSp>
          <p:nvGrpSpPr>
            <p:cNvPr id="638" name="Google Shape;638;p64"/>
            <p:cNvGrpSpPr/>
            <p:nvPr/>
          </p:nvGrpSpPr>
          <p:grpSpPr>
            <a:xfrm>
              <a:off x="6673843" y="482600"/>
              <a:ext cx="2292357" cy="4512224"/>
              <a:chOff x="6667493" y="482600"/>
              <a:chExt cx="2292357" cy="4512224"/>
            </a:xfrm>
          </p:grpSpPr>
          <p:pic>
            <p:nvPicPr>
              <p:cNvPr id="639" name="Google Shape;639;p6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000">
                <a:off x="7338144" y="1328667"/>
                <a:ext cx="2467773" cy="775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0" name="Google Shape;640;p64"/>
              <p:cNvPicPr preferRelativeResize="0"/>
              <p:nvPr/>
            </p:nvPicPr>
            <p:blipFill rotWithShape="1">
              <a:blip r:embed="rId4">
                <a:alphaModFix/>
              </a:blip>
              <a:srcRect b="6182" l="50000" r="0" t="0"/>
              <a:stretch/>
            </p:blipFill>
            <p:spPr>
              <a:xfrm rot="-5400000">
                <a:off x="6598955" y="2633936"/>
                <a:ext cx="2429426" cy="2292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41" name="Google Shape;641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700000">
              <a:off x="6586139" y="3255544"/>
              <a:ext cx="2467772" cy="13878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